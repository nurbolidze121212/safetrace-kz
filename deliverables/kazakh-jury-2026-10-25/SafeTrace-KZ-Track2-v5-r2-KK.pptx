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b74953832b4c63" /><Relationship Type="http://schemas.openxmlformats.org/officeDocument/2006/relationships/extended-properties" Target="/docProps/app.xml" Id="Ra59c5117f47d4d6f" /><Relationship Type="http://schemas.openxmlformats.org/officeDocument/2006/relationships/officeDocument" Target="/ppt/presentation.xml" Id="Ra99c44fb66f44201" /></Relationships>
</file>

<file path=ppt/presentation.xml><?xml version="1.0" encoding="utf-8"?>
<p:presentation xmlns:p="http://schemas.openxmlformats.org/presentationml/2006/main">
  <p:sldMasterIdLst>
    <p:sldMasterId xmlns:r="http://schemas.openxmlformats.org/officeDocument/2006/relationships" id="2147483648" r:id="Rea0b09a8c8d94fb2"/>
  </p:sldMasterIdLst>
  <p:notesMasterIdLst>
    <p:notesMasterId xmlns:r="http://schemas.openxmlformats.org/officeDocument/2006/relationships" r:id="Rd6ea8323a26f461c"/>
  </p:notesMasterIdLst>
  <p:sldIdLst>
    <p:sldId xmlns:r="http://schemas.openxmlformats.org/officeDocument/2006/relationships" id="256" r:id="R0dde393c01794bae"/>
    <p:sldId xmlns:r="http://schemas.openxmlformats.org/officeDocument/2006/relationships" id="257" r:id="R66689ab352f54c0b"/>
    <p:sldId xmlns:r="http://schemas.openxmlformats.org/officeDocument/2006/relationships" id="258" r:id="Rf9111b48d742482c"/>
    <p:sldId xmlns:r="http://schemas.openxmlformats.org/officeDocument/2006/relationships" id="259" r:id="Rab528a5be0fb49f6"/>
    <p:sldId xmlns:r="http://schemas.openxmlformats.org/officeDocument/2006/relationships" id="260" r:id="R588b5b0e446049c0"/>
    <p:sldId xmlns:r="http://schemas.openxmlformats.org/officeDocument/2006/relationships" id="261" r:id="R678279194ba843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ab215ad0cd4e4e" /><Relationship Type="http://schemas.openxmlformats.org/officeDocument/2006/relationships/slideMaster" Target="/ppt/slideMasters/slideMaster1.xml" Id="Rea0b09a8c8d94fb2" /><Relationship Type="http://schemas.openxmlformats.org/officeDocument/2006/relationships/notesMaster" Target="/ppt/notesMasters/notesMaster1.xml" Id="Rd6ea8323a26f461c" /><Relationship Type="http://schemas.openxmlformats.org/officeDocument/2006/relationships/presProps" Target="/ppt/presProps.xml" Id="R4f336d4d67a34479" /><Relationship Type="http://schemas.openxmlformats.org/officeDocument/2006/relationships/tableStyles" Target="/ppt/tableStyles.xml" Id="R2553334131e244af" /><Relationship Type="http://schemas.openxmlformats.org/officeDocument/2006/relationships/slide" Target="/ppt/slides/slide1.xml" Id="R0dde393c01794bae" /><Relationship Type="http://schemas.openxmlformats.org/officeDocument/2006/relationships/slide" Target="/ppt/slides/slide2.xml" Id="R66689ab352f54c0b" /><Relationship Type="http://schemas.openxmlformats.org/officeDocument/2006/relationships/slide" Target="/ppt/slides/slide3.xml" Id="Rf9111b48d742482c" /><Relationship Type="http://schemas.openxmlformats.org/officeDocument/2006/relationships/slide" Target="/ppt/slides/slide4.xml" Id="Rab528a5be0fb49f6" /><Relationship Type="http://schemas.openxmlformats.org/officeDocument/2006/relationships/slide" Target="/ppt/slides/slide5.xml" Id="R588b5b0e446049c0" /><Relationship Type="http://schemas.openxmlformats.org/officeDocument/2006/relationships/slide" Target="/ppt/slides/slide6.xml" Id="R678279194ba843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1c408575ff4a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2daaacfeeb4b6e" /><Relationship Type="http://schemas.openxmlformats.org/officeDocument/2006/relationships/notesMaster" Target="/ppt/notesMasters/notesMaster1.xml" Id="Re09a1a70347b43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6d4a0a16c6467c" /><Relationship Type="http://schemas.openxmlformats.org/officeDocument/2006/relationships/notesMaster" Target="/ppt/notesMasters/notesMaster1.xml" Id="Rf8488be438184f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feb7df85504252" /><Relationship Type="http://schemas.openxmlformats.org/officeDocument/2006/relationships/notesMaster" Target="/ppt/notesMasters/notesMaster1.xml" Id="Re2ed38be7a504d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080a5a02b645fd" /><Relationship Type="http://schemas.openxmlformats.org/officeDocument/2006/relationships/notesMaster" Target="/ppt/notesMasters/notesMaster1.xml" Id="Re61319a98a2741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6dac54e0bd4cee" /><Relationship Type="http://schemas.openxmlformats.org/officeDocument/2006/relationships/notesMaster" Target="/ppt/notesMasters/notesMaster1.xml" Id="R77bd86878bb74a6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5d58159d0a475b" /><Relationship Type="http://schemas.openxmlformats.org/officeDocument/2006/relationships/notesMaster" Target="/ppt/notesMasters/notesMaster1.xml" Id="Rfd11a567284e4a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0:00–0:40. Сәлеметсіздер ме. Біз екінші трек — «Жасырын ойын» бойынша SafeTrace KZ жасадық. Әлеуметтік желідегі жазба кейде «бонус», «сыйлық» немесе стрим үзіндісі болып көрінеді. Сілтемені ашқанда ғана ойынға апаратын аралық бет шығады. Сарапшыға жай ғана «қауіпті» деген белгі емес, қай жерден қандай қорытынды шыққанын көрсету қажет. Біздің негізгі мақсат — жасырын құмар ойын жарнамасының дәл осы ізін тексеру.</a:t>
            </a:r>
          </a:p>
          <a:p xmlns:a="http://schemas.openxmlformats.org/drawingml/2006/main">
            <a:r>
              <a:t/>
            </a:r>
          </a:p>
          <a:p xmlns:a="http://schemas.openxmlformats.org/drawingml/2006/main">
            <a:r>
              <a:t>Дереккөздер:</a:t>
            </a:r>
          </a:p>
          <a:p xmlns:a="http://schemas.openxmlformats.org/drawingml/2006/main">
            <a:r>
              <a:t>https://github.com/nurbolidze121212/safetrace-kz/blob/main/docs/BRIEF_TRACK2.md</a:t>
            </a:r>
          </a:p>
          <a:p xmlns:a="http://schemas.openxmlformats.org/drawingml/2006/main">
            <a:r>
              <a:t>https://github.com/nurbolidze121212/safetrace-kz/blob/main/docs/METHODOLOGY.md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0:40–1:30. Сарапшы хабарламаны, сілтемені немесе скриншотты жүктейді. Қолданба бастапқы файлды сақтайды, қажет болса OCR мен QR-ды оқиды, мәтіндегі орысша, қазақша және транслит белгілерін қарайды. Рұқсат етілген адрес болса, аралық өтуді тіркейді. Әр қорытынды бастапқы дәйексөзбен не бақыланған HTTP қадамымен байланысады. Нәтиже төмен, орта немесе жоғары басымдық түрінде шығады. Индекс — сарапшы кезегінің өлшемі, дәлелденген ықтималдық емес. Бір батырмамен түпнұсқа, JSON және HTML бар ZIP-досье алуға болады.</a:t>
            </a:r>
          </a:p>
          <a:p xmlns:a="http://schemas.openxmlformats.org/drawingml/2006/main">
            <a:r>
              <a:t/>
            </a:r>
          </a:p>
          <a:p xmlns:a="http://schemas.openxmlformats.org/drawingml/2006/main">
            <a:r>
              <a:t>Дереккөздер:</a:t>
            </a:r>
          </a:p>
          <a:p xmlns:a="http://schemas.openxmlformats.org/drawingml/2006/main">
            <a:r>
              <a:t>https://github.com/nurbolidze121212/safetrace-kz/blob/main/backend/pipeline.py</a:t>
            </a:r>
          </a:p>
          <a:p xmlns:a="http://schemas.openxmlformats.org/drawingml/2006/main">
            <a:r>
              <a:t>https://github.com/nurbolidze121212/safetrace-kz/blob/main/docs/METHODOLOGY.md</a:t>
            </a:r>
          </a:p>
          <a:p xmlns:a="http://schemas.openxmlformats.org/drawingml/2006/main">
            <a:r>
              <a:t>https://github.com/nurbolidze121212/safetrace-kz/blob/main/reports/message-demo/presentation-photo.png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1:30–2:30. Қазылар қазір өз мәтінін енгізе алады. Бірінші мысалды тексеріп, себеп пен дәйексөзді ашамыз. Содан кейін «Құмар ойын ойнамаңыз! Бұл ескерту» қарсы мысалын басамыз. Онлайн өріс браузердің ішінде жұмыс істейді: мәтін серверге жіберілмейді. Бұл тез сынауға арналған жеңіл нұсқа; ол сурет оқымайды және сайтқа өтпейді. Толық тексеру өз компьютеріңіздегі серверде орындалады. Соңғы жиырма секундта жергілікті қолданбадағы дайын скриншот пен OCR мәтінін көрсетеміз.</a:t>
            </a:r>
          </a:p>
          <a:p xmlns:a="http://schemas.openxmlformats.org/drawingml/2006/main">
            <a:r>
              <a:t/>
            </a:r>
          </a:p>
          <a:p xmlns:a="http://schemas.openxmlformats.org/drawingml/2006/main">
            <a:r>
              <a:t>Дереккөздер:</a:t>
            </a:r>
          </a:p>
          <a:p xmlns:a="http://schemas.openxmlformats.org/drawingml/2006/main">
            <a:r>
              <a:t>https://github.com/nurbolidze121212/safetrace-kz/blob/main/site/index.html</a:t>
            </a:r>
          </a:p>
          <a:p xmlns:a="http://schemas.openxmlformats.org/drawingml/2006/main">
            <a:r>
              <a:t>https://github.com/nurbolidze121212/safetrace-kz/blob/main/site/text-score.mjs</a:t>
            </a:r>
          </a:p>
          <a:p xmlns:a="http://schemas.openxmlformats.org/drawingml/2006/main">
            <a:r>
              <a:t>https://github.com/nurbolidze121212/safetrace-kz/blob/main/docs/LOCAL_AND_ONLINE.md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2:30–3:25. Біз алгоритмді алдымен бекітіп, содан кейін 640 жаңа авторлық мысал жасадық: 220 оң, 420 қиын теріс, 160 скриншот. Екі бөлек бапталған тілдік модель бірдей 640 белгі берді; Каппа 1,00. Бұл адамдардың тәуелсіз бағасы емес. Толық процесте 166 дұрыс оң нәтиже, 20 жалған дабыл, 400 дұрыс теріс және 54 жіберілген жағдай болды. Дәлдік 89,2 пайыз, толықтық 75,5 пайыз. Әлсіз жерлерді жасырмаймыз: транслиттегі білім беру мәтіндерінде 20 жалған дабыл, ал 76 оң суреттің 23-і жіберілді. Нақты әлеуметтік желі ағынындағы сапа әлі өлшенген жоқ.</a:t>
            </a:r>
          </a:p>
          <a:p xmlns:a="http://schemas.openxmlformats.org/drawingml/2006/main">
            <a:r>
              <a:t/>
            </a:r>
          </a:p>
          <a:p xmlns:a="http://schemas.openxmlformats.org/drawingml/2006/main">
            <a:r>
              <a:t>Дереккөздер:</a:t>
            </a:r>
          </a:p>
          <a:p xmlns:a="http://schemas.openxmlformats.org/drawingml/2006/main">
            <a:r>
              <a:t>https://github.com/nurbolidze121212/safetrace-kz/blob/main/docs/METRICS.md</a:t>
            </a:r>
          </a:p>
          <a:p xmlns:a="http://schemas.openxmlformats.org/drawingml/2006/main">
            <a:r>
              <a:t>https://github.com/nurbolidze121212/safetrace-kz/blob/main/reports/versions/synthetic-v5/evaluation.json</a:t>
            </a:r>
          </a:p>
          <a:p xmlns:a="http://schemas.openxmlformats.org/drawingml/2006/main">
            <a:r>
              <a:t>https://github.com/nurbolidze121212/safetrace-kz/blob/main/reports/versions/synthetic-v5/core-freeze.json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3:25–4:15. Жеке постпен тоқтап қалмаймыз. Бірнеше жарияланымды аккаунт, арна, домен, промокод және ұқсас мәтін арқылы байланыстырамыз. Бірдей анық идентификатор — күшті негіз; ұқсас шаблон немесе домен инфрақұрылымы — тек әлсіз болжам. Әлсіз байланыс ортақ иесін дәлелдемейді. Авторлық 5000 түйінді құрылымдық сынақта консервативті топтастырудың жұптық precision көрсеткіші 1,00, recall 0,812 болды. Linux-та нақты Redis кезегі мен OCR арқылы 1, 2 және 4 воркерді өлшедік: мәтін 22,94-тен 41,00 жағдайға, OCR 0,434-тен 0,662 суретке секунд сайын жетті. Төрт воркерде OCR процессорға тіреледі.</a:t>
            </a:r>
          </a:p>
          <a:p xmlns:a="http://schemas.openxmlformats.org/drawingml/2006/main">
            <a:r>
              <a:t/>
            </a:r>
          </a:p>
          <a:p xmlns:a="http://schemas.openxmlformats.org/drawingml/2006/main">
            <a:r>
              <a:t>Дереккөздер:</a:t>
            </a:r>
          </a:p>
          <a:p xmlns:a="http://schemas.openxmlformats.org/drawingml/2006/main">
            <a:r>
              <a:t>https://github.com/nurbolidze121212/safetrace-kz/blob/main/docs/NETWORK_V5.md</a:t>
            </a:r>
          </a:p>
          <a:p xmlns:a="http://schemas.openxmlformats.org/drawingml/2006/main">
            <a:r>
              <a:t>https://github.com/nurbolidze121212/safetrace-kz/blob/main/docs/SCALE_BENCHMARK_V5.md</a:t>
            </a:r>
          </a:p>
          <a:p xmlns:a="http://schemas.openxmlformats.org/drawingml/2006/main">
            <a:r>
              <a:t>https://github.com/nurbolidze121212/safetrace-kz/blob/main/reports/queue-ci/workers-4.json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4:15–5:00. Қазылар мәтінді тұрақты онлайн-бетте сынай алады. Толық нұсқаны GitHub-тан алып, бір Compose командасымен іске қосады: дайын CPU бейнесінде OCR модельдері бар, деректер өз компьютерінде қалады. Негізгі трек — жасырын ойын жарнамасы. Ақылы ұтыс пен қаржы пирамидасының белгілері бөлек, шағын эксперимент ретінде берілген. Келесі қадам — адамдардың соқыр белгілеуі мен рұқсат етілген нақты деректерде тексеру. Біздің басты артықшылық — бір шешімнің артындағы материалды, маршрутты және дәлелді бірге көрсету. Рақмет.</a:t>
            </a:r>
          </a:p>
          <a:p xmlns:a="http://schemas.openxmlformats.org/drawingml/2006/main">
            <a:r>
              <a:t/>
            </a:r>
          </a:p>
          <a:p xmlns:a="http://schemas.openxmlformats.org/drawingml/2006/main">
            <a:r>
              <a:t>Дереккөздер:</a:t>
            </a:r>
          </a:p>
          <a:p xmlns:a="http://schemas.openxmlformats.org/drawingml/2006/main">
            <a:r>
              <a:t>https://github.com/nurbolidze121212/safetrace-kz/blob/main/README.md</a:t>
            </a:r>
          </a:p>
          <a:p xmlns:a="http://schemas.openxmlformats.org/drawingml/2006/main">
            <a:r>
              <a:t>https://github.com/nurbolidze121212/safetrace-kz/blob/main/docs/DOCKER.md</a:t>
            </a:r>
          </a:p>
          <a:p xmlns:a="http://schemas.openxmlformats.org/drawingml/2006/main">
            <a:r>
              <a:t>https://github.com/nurbolidze121212/safetrace-kz/blob/main/docs/LIMITATIONS.md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c2437b3d5642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fb9d753bbe48c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dd447ccfc1f46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859c65eba448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958adca4a244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d170a3373e4c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767BF4-7E85-4445-80B1-7F6D8EDF3F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FB88D57-3B70-4293-B50A-D14075F98C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6C962A-806D-4173-87E9-21C1DEE8E0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1ABFAA-18D7-4251-856B-A31565D5A24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E4A3D12-A852-4A02-9FF0-DCBA3A004B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80055B3-6E4B-4E0E-BBFB-C25B74AC6E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E624647-ED69-4BDE-9FC7-7D7DC68854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B73C911-AAFD-454B-B269-1FB5DCA85E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2EF61A-63DF-49E2-A251-7F333328D0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81B493-0E5F-41DD-A516-7FCB552FFD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067f3a82c74e78" /><Relationship Type="http://schemas.openxmlformats.org/officeDocument/2006/relationships/slideLayout" Target="/ppt/slideLayouts/slideLayout1.xml" Id="R298d64a45f8745bd" /><Relationship Type="http://schemas.openxmlformats.org/officeDocument/2006/relationships/slideLayout" Target="/ppt/slideLayouts/slideLayout2.xml" Id="R54418335bf394141" /><Relationship Type="http://schemas.openxmlformats.org/officeDocument/2006/relationships/slideLayout" Target="/ppt/slideLayouts/slideLayout3.xml" Id="R0a85dc73a3cb4081" /><Relationship Type="http://schemas.openxmlformats.org/officeDocument/2006/relationships/slideLayout" Target="/ppt/slideLayouts/slideLayout4.xml" Id="Rc99ddf4bc66d4c80" /><Relationship Type="http://schemas.openxmlformats.org/officeDocument/2006/relationships/slideLayout" Target="/ppt/slideLayouts/slideLayout5.xml" Id="R340ae195a8e24b4f" /><Relationship Type="http://schemas.openxmlformats.org/officeDocument/2006/relationships/slideLayout" Target="/ppt/slideLayouts/slideLayout6.xml" Id="Rdc02459d2b854e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8d64a45f8745bd"/>
    <p:sldLayoutId xmlns:r="http://schemas.openxmlformats.org/officeDocument/2006/relationships" id="2147483650" r:id="R54418335bf394141"/>
    <p:sldLayoutId xmlns:r="http://schemas.openxmlformats.org/officeDocument/2006/relationships" id="2147483651" r:id="R0a85dc73a3cb4081"/>
    <p:sldLayoutId xmlns:r="http://schemas.openxmlformats.org/officeDocument/2006/relationships" id="2147483652" r:id="Rc99ddf4bc66d4c80"/>
    <p:sldLayoutId xmlns:r="http://schemas.openxmlformats.org/officeDocument/2006/relationships" id="2147483653" r:id="R340ae195a8e24b4f"/>
    <p:sldLayoutId xmlns:r="http://schemas.openxmlformats.org/officeDocument/2006/relationships" id="2147483654" r:id="Rdc02459d2b854e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b4c85432714be2" /><Relationship Type="http://schemas.openxmlformats.org/officeDocument/2006/relationships/notesSlide" Target="/ppt/notesSlides/notesSlide1.xml" Id="R5f7b099b09574d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33bb9d167b0469b" /><Relationship Type="http://schemas.openxmlformats.org/officeDocument/2006/relationships/notesSlide" Target="/ppt/notesSlides/notesSlide2.xml" Id="Rb072ebd43b8349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a5dac9e4b14b67" /><Relationship Type="http://schemas.openxmlformats.org/officeDocument/2006/relationships/notesSlide" Target="/ppt/notesSlides/notesSlide3.xml" Id="R703aedfa4bb74c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ae2ae27fae4b6b" /><Relationship Type="http://schemas.openxmlformats.org/officeDocument/2006/relationships/notesSlide" Target="/ppt/notesSlides/notesSlide4.xml" Id="R2baa3791275c4b8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1ca431e9ea4c15" /><Relationship Type="http://schemas.openxmlformats.org/officeDocument/2006/relationships/notesSlide" Target="/ppt/notesSlides/notesSlide5.xml" Id="R0db2ffdd66fa4e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ff33b2826564607" /><Relationship Type="http://schemas.openxmlformats.org/officeDocument/2006/relationships/notesSlide" Target="/ppt/notesSlides/notesSlide6.xml" Id="Rf7da479baabd43d7" /></Relationships>
</file>

<file path=ppt/slides/slide1.xml><?xml version="1.0" encoding="utf-8"?>
<p:sld xmlns:p="http://schemas.openxmlformats.org/presentationml/2006/main">
  <p:cSld>
    <p:bg>
      <p:bgPr>
        <a:solidFill xmlns:a="http://schemas.openxmlformats.org/drawingml/2006/main">
          <a:srgbClr val="071C20"/>
        </a:solidFill>
      </p:bgPr>
    </p:bg>
    <p:spTree>
      <p:nvGrpSpPr>
        <p:cNvPr id="1" name=""/>
        <p:cNvGrpSpPr/>
        <p:nvPr/>
      </p:nvGrpSpPr>
      <p:grpSpPr>
        <a:xfrm xmlns:a="http://schemas.openxmlformats.org/drawingml/2006/main"/>
      </p:grpSpPr>
      <p:sp>
        <p:nvSpPr>
          <p:cNvPr id="22" name="text-1">
            <a:extLst xmlns:a="http://schemas.openxmlformats.org/drawingml/2006/main">
              <a:ext uri="{FF2B5EF4-FFF2-40B4-BE49-F238E27FC236}">
                <a16:creationId xmlns:a16="http://schemas.microsoft.com/office/drawing/2014/main" id="{C6E9AD9F-8DA0-46C5-B67E-BA3F4B5EF46F}"/>
              </a:ext>
            </a:extLst>
          </p:cNvPr>
          <p:cNvSpPr>
            <a:spLocks xmlns:a="http://schemas.openxmlformats.org/drawingml/2006/main" noGrp="1"/>
          </p:cNvSpPr>
          <p:nvPr/>
        </p:nvSpPr>
        <p:spPr>
          <a:xfrm xmlns:a="http://schemas.openxmlformats.org/drawingml/2006/main">
            <a:off x="609600" y="361950"/>
            <a:ext cx="866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B6EBCF"/>
                </a:solidFill>
                <a:latin typeface="Arial"/>
                <a:ea typeface="Arial"/>
                <a:cs typeface="Arial"/>
              </a:defRPr>
            </a:defPPr>
            <a:lvl1pPr>
              <a:defRPr sz="1350" b="1">
                <a:solidFill>
                  <a:srgbClr val="B6EBCF"/>
                </a:solidFill>
                <a:latin typeface="Arial"/>
                <a:ea typeface="Arial"/>
                <a:cs typeface="Arial"/>
              </a:defRPr>
            </a:lvl1pPr>
            <a:lvl2pPr>
              <a:defRPr sz="1350" b="1">
                <a:solidFill>
                  <a:srgbClr val="B6EBCF"/>
                </a:solidFill>
                <a:latin typeface="Arial"/>
                <a:ea typeface="Arial"/>
                <a:cs typeface="Arial"/>
              </a:defRPr>
            </a:lvl2pPr>
            <a:lvl3pPr>
              <a:defRPr sz="1350" b="1">
                <a:solidFill>
                  <a:srgbClr val="B6EBCF"/>
                </a:solidFill>
                <a:latin typeface="Arial"/>
                <a:ea typeface="Arial"/>
                <a:cs typeface="Arial"/>
              </a:defRPr>
            </a:lvl3pPr>
            <a:lvl4pPr>
              <a:defRPr sz="1350" b="1">
                <a:solidFill>
                  <a:srgbClr val="B6EBCF"/>
                </a:solidFill>
                <a:latin typeface="Arial"/>
                <a:ea typeface="Arial"/>
                <a:cs typeface="Arial"/>
              </a:defRPr>
            </a:lvl4pPr>
            <a:lvl5pPr>
              <a:defRPr sz="1350" b="1">
                <a:solidFill>
                  <a:srgbClr val="B6EBCF"/>
                </a:solidFill>
                <a:latin typeface="Arial"/>
                <a:ea typeface="Arial"/>
                <a:cs typeface="Arial"/>
              </a:defRPr>
            </a:lvl5pPr>
            <a:lvl6pPr>
              <a:defRPr sz="1350" b="1">
                <a:solidFill>
                  <a:srgbClr val="B6EBCF"/>
                </a:solidFill>
                <a:latin typeface="Arial"/>
                <a:ea typeface="Arial"/>
                <a:cs typeface="Arial"/>
              </a:defRPr>
            </a:lvl6pPr>
            <a:lvl7pPr>
              <a:defRPr sz="1350" b="1">
                <a:solidFill>
                  <a:srgbClr val="B6EBCF"/>
                </a:solidFill>
                <a:latin typeface="Arial"/>
                <a:ea typeface="Arial"/>
                <a:cs typeface="Arial"/>
              </a:defRPr>
            </a:lvl7pPr>
            <a:lvl8pPr>
              <a:defRPr sz="1350" b="1">
                <a:solidFill>
                  <a:srgbClr val="B6EBCF"/>
                </a:solidFill>
                <a:latin typeface="Arial"/>
                <a:ea typeface="Arial"/>
                <a:cs typeface="Arial"/>
              </a:defRPr>
            </a:lvl8pPr>
            <a:lvl9pPr>
              <a:defRPr sz="1350" b="1">
                <a:solidFill>
                  <a:srgbClr val="B6EBCF"/>
                </a:solidFill>
                <a:latin typeface="Arial"/>
                <a:ea typeface="Arial"/>
                <a:cs typeface="Arial"/>
              </a:defRPr>
            </a:lvl9pPr>
          </a:lstStyle>
          <a:p xmlns:a="http://schemas.openxmlformats.org/drawingml/2006/main">
            <a:pPr>
              <a:defRPr sz="1350" b="1">
                <a:solidFill>
                  <a:srgbClr val="B6EBCF"/>
                </a:solidFill>
                <a:latin typeface="Arial"/>
                <a:ea typeface="Arial"/>
                <a:cs typeface="Arial"/>
              </a:defRPr>
            </a:pPr>
            <a:r>
              <a:rPr sz="1350" b="1">
                <a:solidFill>
                  <a:srgbClr val="B6EBCF"/>
                </a:solidFill>
                <a:latin typeface="Arial"/>
                <a:ea typeface="Arial"/>
                <a:cs typeface="Arial"/>
              </a:rPr>
              <a:t>SAFENET KZ  /  2-ТРЕК  ·  ЖАСЫРЫН ОЙЫН</a:t>
            </a:r>
          </a:p>
        </p:txBody>
      </p:sp>
      <p:sp>
        <p:nvSpPr>
          <p:cNvPr id="2" name="text-2">
            <a:extLst xmlns:a="http://schemas.openxmlformats.org/drawingml/2006/main">
              <a:ext uri="{FF2B5EF4-FFF2-40B4-BE49-F238E27FC236}">
                <a16:creationId xmlns:a16="http://schemas.microsoft.com/office/drawing/2014/main" id="{5518BFF1-469B-4495-AF64-32C07BD4C8D1}"/>
              </a:ext>
            </a:extLst>
          </p:cNvPr>
          <p:cNvSpPr>
            <a:spLocks xmlns:a="http://schemas.openxmlformats.org/drawingml/2006/main" noGrp="1"/>
          </p:cNvSpPr>
          <p:nvPr/>
        </p:nvSpPr>
        <p:spPr>
          <a:xfrm xmlns:a="http://schemas.openxmlformats.org/drawingml/2006/main">
            <a:off x="609600" y="885825"/>
            <a:ext cx="1081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Жарнама маршруттың соңында жасырынады</a:t>
            </a:r>
          </a:p>
        </p:txBody>
      </p:sp>
      <p:sp>
        <p:nvSpPr>
          <p:cNvPr id="3" name="text-3">
            <a:extLst xmlns:a="http://schemas.openxmlformats.org/drawingml/2006/main">
              <a:ext uri="{FF2B5EF4-FFF2-40B4-BE49-F238E27FC236}">
                <a16:creationId xmlns:a16="http://schemas.microsoft.com/office/drawing/2014/main" id="{7AB56822-588C-45C0-918A-CE86BFCDF851}"/>
              </a:ext>
            </a:extLst>
          </p:cNvPr>
          <p:cNvSpPr>
            <a:spLocks xmlns:a="http://schemas.openxmlformats.org/drawingml/2006/main" noGrp="1"/>
          </p:cNvSpPr>
          <p:nvPr/>
        </p:nvSpPr>
        <p:spPr>
          <a:xfrm xmlns:a="http://schemas.openxmlformats.org/drawingml/2006/main">
            <a:off x="10734675" y="381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B6EBCF"/>
                </a:solidFill>
                <a:latin typeface="Arial"/>
                <a:ea typeface="Arial"/>
                <a:cs typeface="Arial"/>
              </a:defRPr>
            </a:defPPr>
            <a:lvl1pPr>
              <a:defRPr sz="1350" b="1">
                <a:solidFill>
                  <a:srgbClr val="B6EBCF"/>
                </a:solidFill>
                <a:latin typeface="Arial"/>
                <a:ea typeface="Arial"/>
                <a:cs typeface="Arial"/>
              </a:defRPr>
            </a:lvl1pPr>
            <a:lvl2pPr>
              <a:defRPr sz="1350" b="1">
                <a:solidFill>
                  <a:srgbClr val="B6EBCF"/>
                </a:solidFill>
                <a:latin typeface="Arial"/>
                <a:ea typeface="Arial"/>
                <a:cs typeface="Arial"/>
              </a:defRPr>
            </a:lvl2pPr>
            <a:lvl3pPr>
              <a:defRPr sz="1350" b="1">
                <a:solidFill>
                  <a:srgbClr val="B6EBCF"/>
                </a:solidFill>
                <a:latin typeface="Arial"/>
                <a:ea typeface="Arial"/>
                <a:cs typeface="Arial"/>
              </a:defRPr>
            </a:lvl3pPr>
            <a:lvl4pPr>
              <a:defRPr sz="1350" b="1">
                <a:solidFill>
                  <a:srgbClr val="B6EBCF"/>
                </a:solidFill>
                <a:latin typeface="Arial"/>
                <a:ea typeface="Arial"/>
                <a:cs typeface="Arial"/>
              </a:defRPr>
            </a:lvl4pPr>
            <a:lvl5pPr>
              <a:defRPr sz="1350" b="1">
                <a:solidFill>
                  <a:srgbClr val="B6EBCF"/>
                </a:solidFill>
                <a:latin typeface="Arial"/>
                <a:ea typeface="Arial"/>
                <a:cs typeface="Arial"/>
              </a:defRPr>
            </a:lvl5pPr>
            <a:lvl6pPr>
              <a:defRPr sz="1350" b="1">
                <a:solidFill>
                  <a:srgbClr val="B6EBCF"/>
                </a:solidFill>
                <a:latin typeface="Arial"/>
                <a:ea typeface="Arial"/>
                <a:cs typeface="Arial"/>
              </a:defRPr>
            </a:lvl6pPr>
            <a:lvl7pPr>
              <a:defRPr sz="1350" b="1">
                <a:solidFill>
                  <a:srgbClr val="B6EBCF"/>
                </a:solidFill>
                <a:latin typeface="Arial"/>
                <a:ea typeface="Arial"/>
                <a:cs typeface="Arial"/>
              </a:defRPr>
            </a:lvl7pPr>
            <a:lvl8pPr>
              <a:defRPr sz="1350" b="1">
                <a:solidFill>
                  <a:srgbClr val="B6EBCF"/>
                </a:solidFill>
                <a:latin typeface="Arial"/>
                <a:ea typeface="Arial"/>
                <a:cs typeface="Arial"/>
              </a:defRPr>
            </a:lvl8pPr>
            <a:lvl9pPr>
              <a:defRPr sz="1350" b="1">
                <a:solidFill>
                  <a:srgbClr val="B6EBCF"/>
                </a:solidFill>
                <a:latin typeface="Arial"/>
                <a:ea typeface="Arial"/>
                <a:cs typeface="Arial"/>
              </a:defRPr>
            </a:lvl9pPr>
          </a:lstStyle>
          <a:p xmlns:a="http://schemas.openxmlformats.org/drawingml/2006/main">
            <a:pPr>
              <a:defRPr sz="1350" b="1">
                <a:solidFill>
                  <a:srgbClr val="B6EBCF"/>
                </a:solidFill>
                <a:latin typeface="Arial"/>
                <a:ea typeface="Arial"/>
                <a:cs typeface="Arial"/>
              </a:defRPr>
            </a:pPr>
            <a:r>
              <a:rPr sz="1350" b="1">
                <a:solidFill>
                  <a:srgbClr val="B6EBCF"/>
                </a:solidFill>
                <a:latin typeface="Arial"/>
                <a:ea typeface="Arial"/>
                <a:cs typeface="Arial"/>
              </a:rPr>
              <a:t>01 / 06</a:t>
            </a:r>
          </a:p>
        </p:txBody>
      </p:sp>
      <p:sp>
        <p:nvSpPr>
          <p:cNvPr id="4" name="shape-4">
            <a:extLst xmlns:a="http://schemas.openxmlformats.org/drawingml/2006/main">
              <a:ext uri="{FF2B5EF4-FFF2-40B4-BE49-F238E27FC236}">
                <a16:creationId xmlns:a16="http://schemas.microsoft.com/office/drawing/2014/main" id="{F840EDB1-6311-4872-BBB5-88BA02D9C5F3}"/>
              </a:ext>
            </a:extLst>
          </p:cNvPr>
          <p:cNvSpPr>
            <a:spLocks xmlns:a="http://schemas.openxmlformats.org/drawingml/2006/main" noGrp="1"/>
          </p:cNvSpPr>
          <p:nvPr/>
        </p:nvSpPr>
        <p:spPr>
          <a:xfrm xmlns:a="http://schemas.openxmlformats.org/drawingml/2006/main">
            <a:off x="609600" y="6381750"/>
            <a:ext cx="10972800" cy="19050"/>
          </a:xfrm>
          <a:prstGeom xmlns:a="http://schemas.openxmlformats.org/drawingml/2006/main" prst="rect">
            <a:avLst/>
          </a:prstGeom>
          <a:solidFill xmlns:a="http://schemas.openxmlformats.org/drawingml/2006/main">
            <a:srgbClr val="3B6460"/>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06D1837F-4063-438D-9C40-C34F46088648}"/>
              </a:ext>
            </a:extLst>
          </p:cNvPr>
          <p:cNvSpPr>
            <a:spLocks xmlns:a="http://schemas.openxmlformats.org/drawingml/2006/main" noGrp="1"/>
          </p:cNvSpPr>
          <p:nvPr/>
        </p:nvSpPr>
        <p:spPr>
          <a:xfrm xmlns:a="http://schemas.openxmlformats.org/drawingml/2006/main">
            <a:off x="609600" y="6467475"/>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DD2C2"/>
                </a:solidFill>
                <a:latin typeface="Arial"/>
                <a:ea typeface="Arial"/>
                <a:cs typeface="Arial"/>
              </a:defRPr>
            </a:defPPr>
            <a:lvl1pPr>
              <a:defRPr sz="1200" b="0">
                <a:solidFill>
                  <a:srgbClr val="ADD2C2"/>
                </a:solidFill>
                <a:latin typeface="Arial"/>
                <a:ea typeface="Arial"/>
                <a:cs typeface="Arial"/>
              </a:defRPr>
            </a:lvl1pPr>
            <a:lvl2pPr>
              <a:defRPr sz="1200" b="0">
                <a:solidFill>
                  <a:srgbClr val="ADD2C2"/>
                </a:solidFill>
                <a:latin typeface="Arial"/>
                <a:ea typeface="Arial"/>
                <a:cs typeface="Arial"/>
              </a:defRPr>
            </a:lvl2pPr>
            <a:lvl3pPr>
              <a:defRPr sz="1200" b="0">
                <a:solidFill>
                  <a:srgbClr val="ADD2C2"/>
                </a:solidFill>
                <a:latin typeface="Arial"/>
                <a:ea typeface="Arial"/>
                <a:cs typeface="Arial"/>
              </a:defRPr>
            </a:lvl3pPr>
            <a:lvl4pPr>
              <a:defRPr sz="1200" b="0">
                <a:solidFill>
                  <a:srgbClr val="ADD2C2"/>
                </a:solidFill>
                <a:latin typeface="Arial"/>
                <a:ea typeface="Arial"/>
                <a:cs typeface="Arial"/>
              </a:defRPr>
            </a:lvl4pPr>
            <a:lvl5pPr>
              <a:defRPr sz="1200" b="0">
                <a:solidFill>
                  <a:srgbClr val="ADD2C2"/>
                </a:solidFill>
                <a:latin typeface="Arial"/>
                <a:ea typeface="Arial"/>
                <a:cs typeface="Arial"/>
              </a:defRPr>
            </a:lvl5pPr>
            <a:lvl6pPr>
              <a:defRPr sz="1200" b="0">
                <a:solidFill>
                  <a:srgbClr val="ADD2C2"/>
                </a:solidFill>
                <a:latin typeface="Arial"/>
                <a:ea typeface="Arial"/>
                <a:cs typeface="Arial"/>
              </a:defRPr>
            </a:lvl6pPr>
            <a:lvl7pPr>
              <a:defRPr sz="1200" b="0">
                <a:solidFill>
                  <a:srgbClr val="ADD2C2"/>
                </a:solidFill>
                <a:latin typeface="Arial"/>
                <a:ea typeface="Arial"/>
                <a:cs typeface="Arial"/>
              </a:defRPr>
            </a:lvl7pPr>
            <a:lvl8pPr>
              <a:defRPr sz="1200" b="0">
                <a:solidFill>
                  <a:srgbClr val="ADD2C2"/>
                </a:solidFill>
                <a:latin typeface="Arial"/>
                <a:ea typeface="Arial"/>
                <a:cs typeface="Arial"/>
              </a:defRPr>
            </a:lvl8pPr>
            <a:lvl9pPr>
              <a:defRPr sz="1200" b="0">
                <a:solidFill>
                  <a:srgbClr val="ADD2C2"/>
                </a:solidFill>
                <a:latin typeface="Arial"/>
                <a:ea typeface="Arial"/>
                <a:cs typeface="Arial"/>
              </a:defRPr>
            </a:lvl9pPr>
          </a:lstStyle>
          <a:p xmlns:a="http://schemas.openxmlformats.org/drawingml/2006/main">
            <a:pPr>
              <a:defRPr sz="1200" b="0">
                <a:solidFill>
                  <a:srgbClr val="ADD2C2"/>
                </a:solidFill>
                <a:latin typeface="Arial"/>
                <a:ea typeface="Arial"/>
                <a:cs typeface="Arial"/>
              </a:defRPr>
            </a:pPr>
            <a:r>
              <a:rPr sz="1200" b="0">
                <a:solidFill>
                  <a:srgbClr val="ADD2C2"/>
                </a:solidFill>
                <a:latin typeface="Arial"/>
                <a:ea typeface="Arial"/>
                <a:cs typeface="Arial"/>
              </a:rPr>
              <a:t>0:00–0:40  ·  40 секунд</a:t>
            </a:r>
          </a:p>
        </p:txBody>
      </p:sp>
      <p:sp>
        <p:nvSpPr>
          <p:cNvPr id="6" name="text-6">
            <a:extLst xmlns:a="http://schemas.openxmlformats.org/drawingml/2006/main">
              <a:ext uri="{FF2B5EF4-FFF2-40B4-BE49-F238E27FC236}">
                <a16:creationId xmlns:a16="http://schemas.microsoft.com/office/drawing/2014/main" id="{E1FD49FE-DE7C-4911-B451-44DE90EAFE67}"/>
              </a:ext>
            </a:extLst>
          </p:cNvPr>
          <p:cNvSpPr>
            <a:spLocks xmlns:a="http://schemas.openxmlformats.org/drawingml/2006/main" noGrp="1"/>
          </p:cNvSpPr>
          <p:nvPr/>
        </p:nvSpPr>
        <p:spPr>
          <a:xfrm xmlns:a="http://schemas.openxmlformats.org/drawingml/2006/main">
            <a:off x="609600" y="2038350"/>
            <a:ext cx="10096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0">
                <a:solidFill>
                  <a:srgbClr val="FFFFFF"/>
                </a:solidFill>
                <a:latin typeface="Arial"/>
                <a:ea typeface="Arial"/>
                <a:cs typeface="Arial"/>
              </a:defRPr>
            </a:defPPr>
            <a:lvl1pPr>
              <a:defRPr sz="2325" b="0">
                <a:solidFill>
                  <a:srgbClr val="FFFFFF"/>
                </a:solidFill>
                <a:latin typeface="Arial"/>
                <a:ea typeface="Arial"/>
                <a:cs typeface="Arial"/>
              </a:defRPr>
            </a:lvl1pPr>
            <a:lvl2pPr>
              <a:defRPr sz="2325" b="0">
                <a:solidFill>
                  <a:srgbClr val="FFFFFF"/>
                </a:solidFill>
                <a:latin typeface="Arial"/>
                <a:ea typeface="Arial"/>
                <a:cs typeface="Arial"/>
              </a:defRPr>
            </a:lvl2pPr>
            <a:lvl3pPr>
              <a:defRPr sz="2325" b="0">
                <a:solidFill>
                  <a:srgbClr val="FFFFFF"/>
                </a:solidFill>
                <a:latin typeface="Arial"/>
                <a:ea typeface="Arial"/>
                <a:cs typeface="Arial"/>
              </a:defRPr>
            </a:lvl3pPr>
            <a:lvl4pPr>
              <a:defRPr sz="2325" b="0">
                <a:solidFill>
                  <a:srgbClr val="FFFFFF"/>
                </a:solidFill>
                <a:latin typeface="Arial"/>
                <a:ea typeface="Arial"/>
                <a:cs typeface="Arial"/>
              </a:defRPr>
            </a:lvl4pPr>
            <a:lvl5pPr>
              <a:defRPr sz="2325" b="0">
                <a:solidFill>
                  <a:srgbClr val="FFFFFF"/>
                </a:solidFill>
                <a:latin typeface="Arial"/>
                <a:ea typeface="Arial"/>
                <a:cs typeface="Arial"/>
              </a:defRPr>
            </a:lvl5pPr>
            <a:lvl6pPr>
              <a:defRPr sz="2325" b="0">
                <a:solidFill>
                  <a:srgbClr val="FFFFFF"/>
                </a:solidFill>
                <a:latin typeface="Arial"/>
                <a:ea typeface="Arial"/>
                <a:cs typeface="Arial"/>
              </a:defRPr>
            </a:lvl6pPr>
            <a:lvl7pPr>
              <a:defRPr sz="2325" b="0">
                <a:solidFill>
                  <a:srgbClr val="FFFFFF"/>
                </a:solidFill>
                <a:latin typeface="Arial"/>
                <a:ea typeface="Arial"/>
                <a:cs typeface="Arial"/>
              </a:defRPr>
            </a:lvl7pPr>
            <a:lvl8pPr>
              <a:defRPr sz="2325" b="0">
                <a:solidFill>
                  <a:srgbClr val="FFFFFF"/>
                </a:solidFill>
                <a:latin typeface="Arial"/>
                <a:ea typeface="Arial"/>
                <a:cs typeface="Arial"/>
              </a:defRPr>
            </a:lvl8pPr>
            <a:lvl9pPr>
              <a:defRPr sz="2325" b="0">
                <a:solidFill>
                  <a:srgbClr val="FFFFFF"/>
                </a:solidFill>
                <a:latin typeface="Arial"/>
                <a:ea typeface="Arial"/>
                <a:cs typeface="Arial"/>
              </a:defRPr>
            </a:lvl9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Бір постта «казино» сөзі болмауы мүмкін. Бірақ сілтеме аралық бет арқылы ойынға апарады.</a:t>
            </a:r>
          </a:p>
        </p:txBody>
      </p:sp>
      <p:sp>
        <p:nvSpPr>
          <p:cNvPr id="7" name="shape-7">
            <a:extLst xmlns:a="http://schemas.openxmlformats.org/drawingml/2006/main">
              <a:ext uri="{FF2B5EF4-FFF2-40B4-BE49-F238E27FC236}">
                <a16:creationId xmlns:a16="http://schemas.microsoft.com/office/drawing/2014/main" id="{598B2CE9-7196-40E2-A314-CB4B8F772AB3}"/>
              </a:ext>
            </a:extLst>
          </p:cNvPr>
          <p:cNvSpPr>
            <a:spLocks xmlns:a="http://schemas.openxmlformats.org/drawingml/2006/main" noGrp="1"/>
          </p:cNvSpPr>
          <p:nvPr/>
        </p:nvSpPr>
        <p:spPr>
          <a:xfrm xmlns:a="http://schemas.openxmlformats.org/drawingml/2006/main">
            <a:off x="609600" y="3390900"/>
            <a:ext cx="3190875" cy="1771650"/>
          </a:xfrm>
          <a:prstGeom xmlns:a="http://schemas.openxmlformats.org/drawingml/2006/main" prst="roundRect">
            <a:avLst>
              <a:gd name="adj" fmla="val 4301"/>
            </a:avLst>
          </a:prstGeom>
          <a:solidFill xmlns:a="http://schemas.openxmlformats.org/drawingml/2006/main">
            <a:srgbClr val="0D3031"/>
          </a:solidFill>
          <a:ln xmlns:a="http://schemas.openxmlformats.org/drawingml/2006/main" w="9525">
            <a:solidFill>
              <a:srgbClr val="57917B"/>
            </a:solidFill>
          </a:ln>
        </p:spPr>
      </p:sp>
      <p:sp>
        <p:nvSpPr>
          <p:cNvPr id="8" name="text-8">
            <a:extLst xmlns:a="http://schemas.openxmlformats.org/drawingml/2006/main">
              <a:ext uri="{FF2B5EF4-FFF2-40B4-BE49-F238E27FC236}">
                <a16:creationId xmlns:a16="http://schemas.microsoft.com/office/drawing/2014/main" id="{9441D23D-F25F-4B01-8A05-C336E3C0F90E}"/>
              </a:ext>
            </a:extLst>
          </p:cNvPr>
          <p:cNvSpPr>
            <a:spLocks xmlns:a="http://schemas.openxmlformats.org/drawingml/2006/main" noGrp="1"/>
          </p:cNvSpPr>
          <p:nvPr/>
        </p:nvSpPr>
        <p:spPr>
          <a:xfrm xmlns:a="http://schemas.openxmlformats.org/drawingml/2006/main">
            <a:off x="838200" y="36099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6EBCF"/>
                </a:solidFill>
                <a:latin typeface="Arial"/>
                <a:ea typeface="Arial"/>
                <a:cs typeface="Arial"/>
              </a:defRPr>
            </a:defPPr>
            <a:lvl1pPr>
              <a:defRPr sz="1950" b="1">
                <a:solidFill>
                  <a:srgbClr val="B6EBCF"/>
                </a:solidFill>
                <a:latin typeface="Arial"/>
                <a:ea typeface="Arial"/>
                <a:cs typeface="Arial"/>
              </a:defRPr>
            </a:lvl1pPr>
            <a:lvl2pPr>
              <a:defRPr sz="1950" b="1">
                <a:solidFill>
                  <a:srgbClr val="B6EBCF"/>
                </a:solidFill>
                <a:latin typeface="Arial"/>
                <a:ea typeface="Arial"/>
                <a:cs typeface="Arial"/>
              </a:defRPr>
            </a:lvl2pPr>
            <a:lvl3pPr>
              <a:defRPr sz="1950" b="1">
                <a:solidFill>
                  <a:srgbClr val="B6EBCF"/>
                </a:solidFill>
                <a:latin typeface="Arial"/>
                <a:ea typeface="Arial"/>
                <a:cs typeface="Arial"/>
              </a:defRPr>
            </a:lvl3pPr>
            <a:lvl4pPr>
              <a:defRPr sz="1950" b="1">
                <a:solidFill>
                  <a:srgbClr val="B6EBCF"/>
                </a:solidFill>
                <a:latin typeface="Arial"/>
                <a:ea typeface="Arial"/>
                <a:cs typeface="Arial"/>
              </a:defRPr>
            </a:lvl4pPr>
            <a:lvl5pPr>
              <a:defRPr sz="1950" b="1">
                <a:solidFill>
                  <a:srgbClr val="B6EBCF"/>
                </a:solidFill>
                <a:latin typeface="Arial"/>
                <a:ea typeface="Arial"/>
                <a:cs typeface="Arial"/>
              </a:defRPr>
            </a:lvl5pPr>
            <a:lvl6pPr>
              <a:defRPr sz="1950" b="1">
                <a:solidFill>
                  <a:srgbClr val="B6EBCF"/>
                </a:solidFill>
                <a:latin typeface="Arial"/>
                <a:ea typeface="Arial"/>
                <a:cs typeface="Arial"/>
              </a:defRPr>
            </a:lvl6pPr>
            <a:lvl7pPr>
              <a:defRPr sz="1950" b="1">
                <a:solidFill>
                  <a:srgbClr val="B6EBCF"/>
                </a:solidFill>
                <a:latin typeface="Arial"/>
                <a:ea typeface="Arial"/>
                <a:cs typeface="Arial"/>
              </a:defRPr>
            </a:lvl7pPr>
            <a:lvl8pPr>
              <a:defRPr sz="1950" b="1">
                <a:solidFill>
                  <a:srgbClr val="B6EBCF"/>
                </a:solidFill>
                <a:latin typeface="Arial"/>
                <a:ea typeface="Arial"/>
                <a:cs typeface="Arial"/>
              </a:defRPr>
            </a:lvl8pPr>
            <a:lvl9pPr>
              <a:defRPr sz="1950" b="1">
                <a:solidFill>
                  <a:srgbClr val="B6EBCF"/>
                </a:solidFill>
                <a:latin typeface="Arial"/>
                <a:ea typeface="Arial"/>
                <a:cs typeface="Arial"/>
              </a:defRPr>
            </a:lvl9pPr>
          </a:lstStyle>
          <a:p xmlns:a="http://schemas.openxmlformats.org/drawingml/2006/main">
            <a:pPr>
              <a:defRPr sz="1950" b="1">
                <a:solidFill>
                  <a:srgbClr val="B6EBCF"/>
                </a:solidFill>
                <a:latin typeface="Arial"/>
                <a:ea typeface="Arial"/>
                <a:cs typeface="Arial"/>
              </a:defRPr>
            </a:pPr>
            <a:r>
              <a:rPr sz="1950" b="1">
                <a:solidFill>
                  <a:srgbClr val="B6EBCF"/>
                </a:solidFill>
                <a:latin typeface="Arial"/>
                <a:ea typeface="Arial"/>
                <a:cs typeface="Arial"/>
              </a:rPr>
              <a:t>01</a:t>
            </a:r>
          </a:p>
        </p:txBody>
      </p:sp>
      <p:sp>
        <p:nvSpPr>
          <p:cNvPr id="9" name="text-9">
            <a:extLst xmlns:a="http://schemas.openxmlformats.org/drawingml/2006/main">
              <a:ext uri="{FF2B5EF4-FFF2-40B4-BE49-F238E27FC236}">
                <a16:creationId xmlns:a16="http://schemas.microsoft.com/office/drawing/2014/main" id="{7584761C-235F-45E9-B26F-AFEB2D469A38}"/>
              </a:ext>
            </a:extLst>
          </p:cNvPr>
          <p:cNvSpPr>
            <a:spLocks xmlns:a="http://schemas.openxmlformats.org/drawingml/2006/main" noGrp="1"/>
          </p:cNvSpPr>
          <p:nvPr/>
        </p:nvSpPr>
        <p:spPr>
          <a:xfrm xmlns:a="http://schemas.openxmlformats.org/drawingml/2006/main">
            <a:off x="838200" y="4038600"/>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Жазба</a:t>
            </a:r>
          </a:p>
        </p:txBody>
      </p:sp>
      <p:sp>
        <p:nvSpPr>
          <p:cNvPr id="10" name="text-10">
            <a:extLst xmlns:a="http://schemas.openxmlformats.org/drawingml/2006/main">
              <a:ext uri="{FF2B5EF4-FFF2-40B4-BE49-F238E27FC236}">
                <a16:creationId xmlns:a16="http://schemas.microsoft.com/office/drawing/2014/main" id="{D94A625B-E801-4FE1-A67C-41BE27B23332}"/>
              </a:ext>
            </a:extLst>
          </p:cNvPr>
          <p:cNvSpPr>
            <a:spLocks xmlns:a="http://schemas.openxmlformats.org/drawingml/2006/main" noGrp="1"/>
          </p:cNvSpPr>
          <p:nvPr/>
        </p:nvSpPr>
        <p:spPr>
          <a:xfrm xmlns:a="http://schemas.openxmlformats.org/drawingml/2006/main">
            <a:off x="838200" y="46101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BFDDCF"/>
                </a:solidFill>
                <a:latin typeface="Arial"/>
                <a:ea typeface="Arial"/>
                <a:cs typeface="Arial"/>
              </a:defRPr>
            </a:defPPr>
            <a:lvl1pPr>
              <a:defRPr sz="1800" b="0">
                <a:solidFill>
                  <a:srgbClr val="BFDDCF"/>
                </a:solidFill>
                <a:latin typeface="Arial"/>
                <a:ea typeface="Arial"/>
                <a:cs typeface="Arial"/>
              </a:defRPr>
            </a:lvl1pPr>
            <a:lvl2pPr>
              <a:defRPr sz="1800" b="0">
                <a:solidFill>
                  <a:srgbClr val="BFDDCF"/>
                </a:solidFill>
                <a:latin typeface="Arial"/>
                <a:ea typeface="Arial"/>
                <a:cs typeface="Arial"/>
              </a:defRPr>
            </a:lvl2pPr>
            <a:lvl3pPr>
              <a:defRPr sz="1800" b="0">
                <a:solidFill>
                  <a:srgbClr val="BFDDCF"/>
                </a:solidFill>
                <a:latin typeface="Arial"/>
                <a:ea typeface="Arial"/>
                <a:cs typeface="Arial"/>
              </a:defRPr>
            </a:lvl3pPr>
            <a:lvl4pPr>
              <a:defRPr sz="1800" b="0">
                <a:solidFill>
                  <a:srgbClr val="BFDDCF"/>
                </a:solidFill>
                <a:latin typeface="Arial"/>
                <a:ea typeface="Arial"/>
                <a:cs typeface="Arial"/>
              </a:defRPr>
            </a:lvl4pPr>
            <a:lvl5pPr>
              <a:defRPr sz="1800" b="0">
                <a:solidFill>
                  <a:srgbClr val="BFDDCF"/>
                </a:solidFill>
                <a:latin typeface="Arial"/>
                <a:ea typeface="Arial"/>
                <a:cs typeface="Arial"/>
              </a:defRPr>
            </a:lvl5pPr>
            <a:lvl6pPr>
              <a:defRPr sz="1800" b="0">
                <a:solidFill>
                  <a:srgbClr val="BFDDCF"/>
                </a:solidFill>
                <a:latin typeface="Arial"/>
                <a:ea typeface="Arial"/>
                <a:cs typeface="Arial"/>
              </a:defRPr>
            </a:lvl6pPr>
            <a:lvl7pPr>
              <a:defRPr sz="1800" b="0">
                <a:solidFill>
                  <a:srgbClr val="BFDDCF"/>
                </a:solidFill>
                <a:latin typeface="Arial"/>
                <a:ea typeface="Arial"/>
                <a:cs typeface="Arial"/>
              </a:defRPr>
            </a:lvl7pPr>
            <a:lvl8pPr>
              <a:defRPr sz="1800" b="0">
                <a:solidFill>
                  <a:srgbClr val="BFDDCF"/>
                </a:solidFill>
                <a:latin typeface="Arial"/>
                <a:ea typeface="Arial"/>
                <a:cs typeface="Arial"/>
              </a:defRPr>
            </a:lvl8pPr>
            <a:lvl9pPr>
              <a:defRPr sz="1800" b="0">
                <a:solidFill>
                  <a:srgbClr val="BFDDCF"/>
                </a:solidFill>
                <a:latin typeface="Arial"/>
                <a:ea typeface="Arial"/>
                <a:cs typeface="Arial"/>
              </a:defRPr>
            </a:lvl9pPr>
          </a:lstStyle>
          <a:p xmlns:a="http://schemas.openxmlformats.org/drawingml/2006/main">
            <a:pPr>
              <a:defRPr sz="1800" b="0">
                <a:solidFill>
                  <a:srgbClr val="BFDDCF"/>
                </a:solidFill>
                <a:latin typeface="Arial"/>
                <a:ea typeface="Arial"/>
                <a:cs typeface="Arial"/>
              </a:defRPr>
            </a:pPr>
            <a:r>
              <a:rPr sz="1800" b="0">
                <a:solidFill>
                  <a:srgbClr val="BFDDCF"/>
                </a:solidFill>
                <a:latin typeface="Arial"/>
                <a:ea typeface="Arial"/>
                <a:cs typeface="Arial"/>
              </a:rPr>
              <a:t>бонус / стрим</a:t>
            </a:r>
          </a:p>
        </p:txBody>
      </p:sp>
      <p:sp>
        <p:nvSpPr>
          <p:cNvPr id="11" name="shape-11">
            <a:extLst xmlns:a="http://schemas.openxmlformats.org/drawingml/2006/main">
              <a:ext uri="{FF2B5EF4-FFF2-40B4-BE49-F238E27FC236}">
                <a16:creationId xmlns:a16="http://schemas.microsoft.com/office/drawing/2014/main" id="{E7483D42-2CE6-4F18-9130-9216CF9F13D4}"/>
              </a:ext>
            </a:extLst>
          </p:cNvPr>
          <p:cNvSpPr>
            <a:spLocks xmlns:a="http://schemas.openxmlformats.org/drawingml/2006/main" noGrp="1"/>
          </p:cNvSpPr>
          <p:nvPr/>
        </p:nvSpPr>
        <p:spPr>
          <a:xfrm xmlns:a="http://schemas.openxmlformats.org/drawingml/2006/main">
            <a:off x="4429125" y="3390900"/>
            <a:ext cx="3190875" cy="1771650"/>
          </a:xfrm>
          <a:prstGeom xmlns:a="http://schemas.openxmlformats.org/drawingml/2006/main" prst="roundRect">
            <a:avLst>
              <a:gd name="adj" fmla="val 4301"/>
            </a:avLst>
          </a:prstGeom>
          <a:solidFill xmlns:a="http://schemas.openxmlformats.org/drawingml/2006/main">
            <a:srgbClr val="0D3031"/>
          </a:solidFill>
          <a:ln xmlns:a="http://schemas.openxmlformats.org/drawingml/2006/main" w="9525">
            <a:solidFill>
              <a:srgbClr val="57917B"/>
            </a:solidFill>
          </a:ln>
        </p:spPr>
      </p:sp>
      <p:sp>
        <p:nvSpPr>
          <p:cNvPr id="12" name="text-12">
            <a:extLst xmlns:a="http://schemas.openxmlformats.org/drawingml/2006/main">
              <a:ext uri="{FF2B5EF4-FFF2-40B4-BE49-F238E27FC236}">
                <a16:creationId xmlns:a16="http://schemas.microsoft.com/office/drawing/2014/main" id="{BCD3C646-0271-487E-88E6-82F46DEE706A}"/>
              </a:ext>
            </a:extLst>
          </p:cNvPr>
          <p:cNvSpPr>
            <a:spLocks xmlns:a="http://schemas.openxmlformats.org/drawingml/2006/main" noGrp="1"/>
          </p:cNvSpPr>
          <p:nvPr/>
        </p:nvSpPr>
        <p:spPr>
          <a:xfrm xmlns:a="http://schemas.openxmlformats.org/drawingml/2006/main">
            <a:off x="4657725" y="36099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6EBCF"/>
                </a:solidFill>
                <a:latin typeface="Arial"/>
                <a:ea typeface="Arial"/>
                <a:cs typeface="Arial"/>
              </a:defRPr>
            </a:defPPr>
            <a:lvl1pPr>
              <a:defRPr sz="1950" b="1">
                <a:solidFill>
                  <a:srgbClr val="B6EBCF"/>
                </a:solidFill>
                <a:latin typeface="Arial"/>
                <a:ea typeface="Arial"/>
                <a:cs typeface="Arial"/>
              </a:defRPr>
            </a:lvl1pPr>
            <a:lvl2pPr>
              <a:defRPr sz="1950" b="1">
                <a:solidFill>
                  <a:srgbClr val="B6EBCF"/>
                </a:solidFill>
                <a:latin typeface="Arial"/>
                <a:ea typeface="Arial"/>
                <a:cs typeface="Arial"/>
              </a:defRPr>
            </a:lvl2pPr>
            <a:lvl3pPr>
              <a:defRPr sz="1950" b="1">
                <a:solidFill>
                  <a:srgbClr val="B6EBCF"/>
                </a:solidFill>
                <a:latin typeface="Arial"/>
                <a:ea typeface="Arial"/>
                <a:cs typeface="Arial"/>
              </a:defRPr>
            </a:lvl3pPr>
            <a:lvl4pPr>
              <a:defRPr sz="1950" b="1">
                <a:solidFill>
                  <a:srgbClr val="B6EBCF"/>
                </a:solidFill>
                <a:latin typeface="Arial"/>
                <a:ea typeface="Arial"/>
                <a:cs typeface="Arial"/>
              </a:defRPr>
            </a:lvl4pPr>
            <a:lvl5pPr>
              <a:defRPr sz="1950" b="1">
                <a:solidFill>
                  <a:srgbClr val="B6EBCF"/>
                </a:solidFill>
                <a:latin typeface="Arial"/>
                <a:ea typeface="Arial"/>
                <a:cs typeface="Arial"/>
              </a:defRPr>
            </a:lvl5pPr>
            <a:lvl6pPr>
              <a:defRPr sz="1950" b="1">
                <a:solidFill>
                  <a:srgbClr val="B6EBCF"/>
                </a:solidFill>
                <a:latin typeface="Arial"/>
                <a:ea typeface="Arial"/>
                <a:cs typeface="Arial"/>
              </a:defRPr>
            </a:lvl6pPr>
            <a:lvl7pPr>
              <a:defRPr sz="1950" b="1">
                <a:solidFill>
                  <a:srgbClr val="B6EBCF"/>
                </a:solidFill>
                <a:latin typeface="Arial"/>
                <a:ea typeface="Arial"/>
                <a:cs typeface="Arial"/>
              </a:defRPr>
            </a:lvl7pPr>
            <a:lvl8pPr>
              <a:defRPr sz="1950" b="1">
                <a:solidFill>
                  <a:srgbClr val="B6EBCF"/>
                </a:solidFill>
                <a:latin typeface="Arial"/>
                <a:ea typeface="Arial"/>
                <a:cs typeface="Arial"/>
              </a:defRPr>
            </a:lvl8pPr>
            <a:lvl9pPr>
              <a:defRPr sz="1950" b="1">
                <a:solidFill>
                  <a:srgbClr val="B6EBCF"/>
                </a:solidFill>
                <a:latin typeface="Arial"/>
                <a:ea typeface="Arial"/>
                <a:cs typeface="Arial"/>
              </a:defRPr>
            </a:lvl9pPr>
          </a:lstStyle>
          <a:p xmlns:a="http://schemas.openxmlformats.org/drawingml/2006/main">
            <a:pPr>
              <a:defRPr sz="1950" b="1">
                <a:solidFill>
                  <a:srgbClr val="B6EBCF"/>
                </a:solidFill>
                <a:latin typeface="Arial"/>
                <a:ea typeface="Arial"/>
                <a:cs typeface="Arial"/>
              </a:defRPr>
            </a:pPr>
            <a:r>
              <a:rPr sz="1950" b="1">
                <a:solidFill>
                  <a:srgbClr val="B6EBCF"/>
                </a:solidFill>
                <a:latin typeface="Arial"/>
                <a:ea typeface="Arial"/>
                <a:cs typeface="Arial"/>
              </a:rPr>
              <a:t>02</a:t>
            </a:r>
          </a:p>
        </p:txBody>
      </p:sp>
      <p:sp>
        <p:nvSpPr>
          <p:cNvPr id="13" name="text-13">
            <a:extLst xmlns:a="http://schemas.openxmlformats.org/drawingml/2006/main">
              <a:ext uri="{FF2B5EF4-FFF2-40B4-BE49-F238E27FC236}">
                <a16:creationId xmlns:a16="http://schemas.microsoft.com/office/drawing/2014/main" id="{B6C4EBBA-E23F-4CDB-AC67-D738AD87AB05}"/>
              </a:ext>
            </a:extLst>
          </p:cNvPr>
          <p:cNvSpPr>
            <a:spLocks xmlns:a="http://schemas.openxmlformats.org/drawingml/2006/main" noGrp="1"/>
          </p:cNvSpPr>
          <p:nvPr/>
        </p:nvSpPr>
        <p:spPr>
          <a:xfrm xmlns:a="http://schemas.openxmlformats.org/drawingml/2006/main">
            <a:off x="4657725" y="4038600"/>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Аралық бет</a:t>
            </a:r>
          </a:p>
        </p:txBody>
      </p:sp>
      <p:sp>
        <p:nvSpPr>
          <p:cNvPr id="14" name="text-14">
            <a:extLst xmlns:a="http://schemas.openxmlformats.org/drawingml/2006/main">
              <a:ext uri="{FF2B5EF4-FFF2-40B4-BE49-F238E27FC236}">
                <a16:creationId xmlns:a16="http://schemas.microsoft.com/office/drawing/2014/main" id="{BE2E4913-ABFA-4F69-92A6-83050E21B649}"/>
              </a:ext>
            </a:extLst>
          </p:cNvPr>
          <p:cNvSpPr>
            <a:spLocks xmlns:a="http://schemas.openxmlformats.org/drawingml/2006/main" noGrp="1"/>
          </p:cNvSpPr>
          <p:nvPr/>
        </p:nvSpPr>
        <p:spPr>
          <a:xfrm xmlns:a="http://schemas.openxmlformats.org/drawingml/2006/main">
            <a:off x="4657725" y="46101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BFDDCF"/>
                </a:solidFill>
                <a:latin typeface="Arial"/>
                <a:ea typeface="Arial"/>
                <a:cs typeface="Arial"/>
              </a:defRPr>
            </a:defPPr>
            <a:lvl1pPr>
              <a:defRPr sz="1800" b="0">
                <a:solidFill>
                  <a:srgbClr val="BFDDCF"/>
                </a:solidFill>
                <a:latin typeface="Arial"/>
                <a:ea typeface="Arial"/>
                <a:cs typeface="Arial"/>
              </a:defRPr>
            </a:lvl1pPr>
            <a:lvl2pPr>
              <a:defRPr sz="1800" b="0">
                <a:solidFill>
                  <a:srgbClr val="BFDDCF"/>
                </a:solidFill>
                <a:latin typeface="Arial"/>
                <a:ea typeface="Arial"/>
                <a:cs typeface="Arial"/>
              </a:defRPr>
            </a:lvl2pPr>
            <a:lvl3pPr>
              <a:defRPr sz="1800" b="0">
                <a:solidFill>
                  <a:srgbClr val="BFDDCF"/>
                </a:solidFill>
                <a:latin typeface="Arial"/>
                <a:ea typeface="Arial"/>
                <a:cs typeface="Arial"/>
              </a:defRPr>
            </a:lvl3pPr>
            <a:lvl4pPr>
              <a:defRPr sz="1800" b="0">
                <a:solidFill>
                  <a:srgbClr val="BFDDCF"/>
                </a:solidFill>
                <a:latin typeface="Arial"/>
                <a:ea typeface="Arial"/>
                <a:cs typeface="Arial"/>
              </a:defRPr>
            </a:lvl4pPr>
            <a:lvl5pPr>
              <a:defRPr sz="1800" b="0">
                <a:solidFill>
                  <a:srgbClr val="BFDDCF"/>
                </a:solidFill>
                <a:latin typeface="Arial"/>
                <a:ea typeface="Arial"/>
                <a:cs typeface="Arial"/>
              </a:defRPr>
            </a:lvl5pPr>
            <a:lvl6pPr>
              <a:defRPr sz="1800" b="0">
                <a:solidFill>
                  <a:srgbClr val="BFDDCF"/>
                </a:solidFill>
                <a:latin typeface="Arial"/>
                <a:ea typeface="Arial"/>
                <a:cs typeface="Arial"/>
              </a:defRPr>
            </a:lvl6pPr>
            <a:lvl7pPr>
              <a:defRPr sz="1800" b="0">
                <a:solidFill>
                  <a:srgbClr val="BFDDCF"/>
                </a:solidFill>
                <a:latin typeface="Arial"/>
                <a:ea typeface="Arial"/>
                <a:cs typeface="Arial"/>
              </a:defRPr>
            </a:lvl7pPr>
            <a:lvl8pPr>
              <a:defRPr sz="1800" b="0">
                <a:solidFill>
                  <a:srgbClr val="BFDDCF"/>
                </a:solidFill>
                <a:latin typeface="Arial"/>
                <a:ea typeface="Arial"/>
                <a:cs typeface="Arial"/>
              </a:defRPr>
            </a:lvl8pPr>
            <a:lvl9pPr>
              <a:defRPr sz="1800" b="0">
                <a:solidFill>
                  <a:srgbClr val="BFDDCF"/>
                </a:solidFill>
                <a:latin typeface="Arial"/>
                <a:ea typeface="Arial"/>
                <a:cs typeface="Arial"/>
              </a:defRPr>
            </a:lvl9pPr>
          </a:lstStyle>
          <a:p xmlns:a="http://schemas.openxmlformats.org/drawingml/2006/main">
            <a:pPr>
              <a:defRPr sz="1800" b="0">
                <a:solidFill>
                  <a:srgbClr val="BFDDCF"/>
                </a:solidFill>
                <a:latin typeface="Arial"/>
                <a:ea typeface="Arial"/>
                <a:cs typeface="Arial"/>
              </a:defRPr>
            </a:pPr>
            <a:r>
              <a:rPr sz="1800" b="0">
                <a:solidFill>
                  <a:srgbClr val="BFDDCF"/>
                </a:solidFill>
                <a:latin typeface="Arial"/>
                <a:ea typeface="Arial"/>
                <a:cs typeface="Arial"/>
              </a:rPr>
              <a:t>қайта бағыттау</a:t>
            </a:r>
          </a:p>
        </p:txBody>
      </p:sp>
      <p:sp>
        <p:nvSpPr>
          <p:cNvPr id="15" name="shape-15">
            <a:extLst xmlns:a="http://schemas.openxmlformats.org/drawingml/2006/main">
              <a:ext uri="{FF2B5EF4-FFF2-40B4-BE49-F238E27FC236}">
                <a16:creationId xmlns:a16="http://schemas.microsoft.com/office/drawing/2014/main" id="{C17A6514-8188-4CDA-B74F-830FCFFBF393}"/>
              </a:ext>
            </a:extLst>
          </p:cNvPr>
          <p:cNvSpPr>
            <a:spLocks xmlns:a="http://schemas.openxmlformats.org/drawingml/2006/main" noGrp="1"/>
          </p:cNvSpPr>
          <p:nvPr/>
        </p:nvSpPr>
        <p:spPr>
          <a:xfrm xmlns:a="http://schemas.openxmlformats.org/drawingml/2006/main">
            <a:off x="8248650" y="3390900"/>
            <a:ext cx="3190875" cy="1771650"/>
          </a:xfrm>
          <a:prstGeom xmlns:a="http://schemas.openxmlformats.org/drawingml/2006/main" prst="roundRect">
            <a:avLst>
              <a:gd name="adj" fmla="val 4301"/>
            </a:avLst>
          </a:prstGeom>
          <a:solidFill xmlns:a="http://schemas.openxmlformats.org/drawingml/2006/main">
            <a:srgbClr val="0D3031"/>
          </a:solidFill>
          <a:ln xmlns:a="http://schemas.openxmlformats.org/drawingml/2006/main" w="9525">
            <a:solidFill>
              <a:srgbClr val="57917B"/>
            </a:solidFill>
          </a:ln>
        </p:spPr>
      </p:sp>
      <p:sp>
        <p:nvSpPr>
          <p:cNvPr id="16" name="text-16">
            <a:extLst xmlns:a="http://schemas.openxmlformats.org/drawingml/2006/main">
              <a:ext uri="{FF2B5EF4-FFF2-40B4-BE49-F238E27FC236}">
                <a16:creationId xmlns:a16="http://schemas.microsoft.com/office/drawing/2014/main" id="{4C223565-6619-4029-82AF-1B57DC6A0BE8}"/>
              </a:ext>
            </a:extLst>
          </p:cNvPr>
          <p:cNvSpPr>
            <a:spLocks xmlns:a="http://schemas.openxmlformats.org/drawingml/2006/main" noGrp="1"/>
          </p:cNvSpPr>
          <p:nvPr/>
        </p:nvSpPr>
        <p:spPr>
          <a:xfrm xmlns:a="http://schemas.openxmlformats.org/drawingml/2006/main">
            <a:off x="8477250" y="3609975"/>
            <a:ext cx="742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6EBCF"/>
                </a:solidFill>
                <a:latin typeface="Arial"/>
                <a:ea typeface="Arial"/>
                <a:cs typeface="Arial"/>
              </a:defRPr>
            </a:defPPr>
            <a:lvl1pPr>
              <a:defRPr sz="1950" b="1">
                <a:solidFill>
                  <a:srgbClr val="B6EBCF"/>
                </a:solidFill>
                <a:latin typeface="Arial"/>
                <a:ea typeface="Arial"/>
                <a:cs typeface="Arial"/>
              </a:defRPr>
            </a:lvl1pPr>
            <a:lvl2pPr>
              <a:defRPr sz="1950" b="1">
                <a:solidFill>
                  <a:srgbClr val="B6EBCF"/>
                </a:solidFill>
                <a:latin typeface="Arial"/>
                <a:ea typeface="Arial"/>
                <a:cs typeface="Arial"/>
              </a:defRPr>
            </a:lvl2pPr>
            <a:lvl3pPr>
              <a:defRPr sz="1950" b="1">
                <a:solidFill>
                  <a:srgbClr val="B6EBCF"/>
                </a:solidFill>
                <a:latin typeface="Arial"/>
                <a:ea typeface="Arial"/>
                <a:cs typeface="Arial"/>
              </a:defRPr>
            </a:lvl3pPr>
            <a:lvl4pPr>
              <a:defRPr sz="1950" b="1">
                <a:solidFill>
                  <a:srgbClr val="B6EBCF"/>
                </a:solidFill>
                <a:latin typeface="Arial"/>
                <a:ea typeface="Arial"/>
                <a:cs typeface="Arial"/>
              </a:defRPr>
            </a:lvl4pPr>
            <a:lvl5pPr>
              <a:defRPr sz="1950" b="1">
                <a:solidFill>
                  <a:srgbClr val="B6EBCF"/>
                </a:solidFill>
                <a:latin typeface="Arial"/>
                <a:ea typeface="Arial"/>
                <a:cs typeface="Arial"/>
              </a:defRPr>
            </a:lvl5pPr>
            <a:lvl6pPr>
              <a:defRPr sz="1950" b="1">
                <a:solidFill>
                  <a:srgbClr val="B6EBCF"/>
                </a:solidFill>
                <a:latin typeface="Arial"/>
                <a:ea typeface="Arial"/>
                <a:cs typeface="Arial"/>
              </a:defRPr>
            </a:lvl6pPr>
            <a:lvl7pPr>
              <a:defRPr sz="1950" b="1">
                <a:solidFill>
                  <a:srgbClr val="B6EBCF"/>
                </a:solidFill>
                <a:latin typeface="Arial"/>
                <a:ea typeface="Arial"/>
                <a:cs typeface="Arial"/>
              </a:defRPr>
            </a:lvl7pPr>
            <a:lvl8pPr>
              <a:defRPr sz="1950" b="1">
                <a:solidFill>
                  <a:srgbClr val="B6EBCF"/>
                </a:solidFill>
                <a:latin typeface="Arial"/>
                <a:ea typeface="Arial"/>
                <a:cs typeface="Arial"/>
              </a:defRPr>
            </a:lvl8pPr>
            <a:lvl9pPr>
              <a:defRPr sz="1950" b="1">
                <a:solidFill>
                  <a:srgbClr val="B6EBCF"/>
                </a:solidFill>
                <a:latin typeface="Arial"/>
                <a:ea typeface="Arial"/>
                <a:cs typeface="Arial"/>
              </a:defRPr>
            </a:lvl9pPr>
          </a:lstStyle>
          <a:p xmlns:a="http://schemas.openxmlformats.org/drawingml/2006/main">
            <a:pPr>
              <a:defRPr sz="1950" b="1">
                <a:solidFill>
                  <a:srgbClr val="B6EBCF"/>
                </a:solidFill>
                <a:latin typeface="Arial"/>
                <a:ea typeface="Arial"/>
                <a:cs typeface="Arial"/>
              </a:defRPr>
            </a:pPr>
            <a:r>
              <a:rPr sz="1950" b="1">
                <a:solidFill>
                  <a:srgbClr val="B6EBCF"/>
                </a:solidFill>
                <a:latin typeface="Arial"/>
                <a:ea typeface="Arial"/>
                <a:cs typeface="Arial"/>
              </a:rPr>
              <a:t>03</a:t>
            </a:r>
          </a:p>
        </p:txBody>
      </p:sp>
      <p:sp>
        <p:nvSpPr>
          <p:cNvPr id="17" name="text-17">
            <a:extLst xmlns:a="http://schemas.openxmlformats.org/drawingml/2006/main">
              <a:ext uri="{FF2B5EF4-FFF2-40B4-BE49-F238E27FC236}">
                <a16:creationId xmlns:a16="http://schemas.microsoft.com/office/drawing/2014/main" id="{C22FFC6C-64D2-450C-B2F7-B732ECF6C203}"/>
              </a:ext>
            </a:extLst>
          </p:cNvPr>
          <p:cNvSpPr>
            <a:spLocks xmlns:a="http://schemas.openxmlformats.org/drawingml/2006/main" noGrp="1"/>
          </p:cNvSpPr>
          <p:nvPr/>
        </p:nvSpPr>
        <p:spPr>
          <a:xfrm xmlns:a="http://schemas.openxmlformats.org/drawingml/2006/main">
            <a:off x="8477250" y="4038600"/>
            <a:ext cx="2762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Ойын ұсынысы</a:t>
            </a:r>
          </a:p>
        </p:txBody>
      </p:sp>
      <p:sp>
        <p:nvSpPr>
          <p:cNvPr id="18" name="text-18">
            <a:extLst xmlns:a="http://schemas.openxmlformats.org/drawingml/2006/main">
              <a:ext uri="{FF2B5EF4-FFF2-40B4-BE49-F238E27FC236}">
                <a16:creationId xmlns:a16="http://schemas.microsoft.com/office/drawing/2014/main" id="{9BB4938E-A2A3-4BFA-B1E5-9C5D867C5B65}"/>
              </a:ext>
            </a:extLst>
          </p:cNvPr>
          <p:cNvSpPr>
            <a:spLocks xmlns:a="http://schemas.openxmlformats.org/drawingml/2006/main" noGrp="1"/>
          </p:cNvSpPr>
          <p:nvPr/>
        </p:nvSpPr>
        <p:spPr>
          <a:xfrm xmlns:a="http://schemas.openxmlformats.org/drawingml/2006/main">
            <a:off x="8477250" y="46101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BFDDCF"/>
                </a:solidFill>
                <a:latin typeface="Arial"/>
                <a:ea typeface="Arial"/>
                <a:cs typeface="Arial"/>
              </a:defRPr>
            </a:defPPr>
            <a:lvl1pPr>
              <a:defRPr sz="1800" b="0">
                <a:solidFill>
                  <a:srgbClr val="BFDDCF"/>
                </a:solidFill>
                <a:latin typeface="Arial"/>
                <a:ea typeface="Arial"/>
                <a:cs typeface="Arial"/>
              </a:defRPr>
            </a:lvl1pPr>
            <a:lvl2pPr>
              <a:defRPr sz="1800" b="0">
                <a:solidFill>
                  <a:srgbClr val="BFDDCF"/>
                </a:solidFill>
                <a:latin typeface="Arial"/>
                <a:ea typeface="Arial"/>
                <a:cs typeface="Arial"/>
              </a:defRPr>
            </a:lvl2pPr>
            <a:lvl3pPr>
              <a:defRPr sz="1800" b="0">
                <a:solidFill>
                  <a:srgbClr val="BFDDCF"/>
                </a:solidFill>
                <a:latin typeface="Arial"/>
                <a:ea typeface="Arial"/>
                <a:cs typeface="Arial"/>
              </a:defRPr>
            </a:lvl3pPr>
            <a:lvl4pPr>
              <a:defRPr sz="1800" b="0">
                <a:solidFill>
                  <a:srgbClr val="BFDDCF"/>
                </a:solidFill>
                <a:latin typeface="Arial"/>
                <a:ea typeface="Arial"/>
                <a:cs typeface="Arial"/>
              </a:defRPr>
            </a:lvl4pPr>
            <a:lvl5pPr>
              <a:defRPr sz="1800" b="0">
                <a:solidFill>
                  <a:srgbClr val="BFDDCF"/>
                </a:solidFill>
                <a:latin typeface="Arial"/>
                <a:ea typeface="Arial"/>
                <a:cs typeface="Arial"/>
              </a:defRPr>
            </a:lvl5pPr>
            <a:lvl6pPr>
              <a:defRPr sz="1800" b="0">
                <a:solidFill>
                  <a:srgbClr val="BFDDCF"/>
                </a:solidFill>
                <a:latin typeface="Arial"/>
                <a:ea typeface="Arial"/>
                <a:cs typeface="Arial"/>
              </a:defRPr>
            </a:lvl6pPr>
            <a:lvl7pPr>
              <a:defRPr sz="1800" b="0">
                <a:solidFill>
                  <a:srgbClr val="BFDDCF"/>
                </a:solidFill>
                <a:latin typeface="Arial"/>
                <a:ea typeface="Arial"/>
                <a:cs typeface="Arial"/>
              </a:defRPr>
            </a:lvl7pPr>
            <a:lvl8pPr>
              <a:defRPr sz="1800" b="0">
                <a:solidFill>
                  <a:srgbClr val="BFDDCF"/>
                </a:solidFill>
                <a:latin typeface="Arial"/>
                <a:ea typeface="Arial"/>
                <a:cs typeface="Arial"/>
              </a:defRPr>
            </a:lvl8pPr>
            <a:lvl9pPr>
              <a:defRPr sz="1800" b="0">
                <a:solidFill>
                  <a:srgbClr val="BFDDCF"/>
                </a:solidFill>
                <a:latin typeface="Arial"/>
                <a:ea typeface="Arial"/>
                <a:cs typeface="Arial"/>
              </a:defRPr>
            </a:lvl9pPr>
          </a:lstStyle>
          <a:p xmlns:a="http://schemas.openxmlformats.org/drawingml/2006/main">
            <a:pPr>
              <a:defRPr sz="1800" b="0">
                <a:solidFill>
                  <a:srgbClr val="BFDDCF"/>
                </a:solidFill>
                <a:latin typeface="Arial"/>
                <a:ea typeface="Arial"/>
                <a:cs typeface="Arial"/>
              </a:defRPr>
            </a:pPr>
            <a:r>
              <a:rPr sz="1800" b="0">
                <a:solidFill>
                  <a:srgbClr val="BFDDCF"/>
                </a:solidFill>
                <a:latin typeface="Arial"/>
                <a:ea typeface="Arial"/>
                <a:cs typeface="Arial"/>
              </a:rPr>
              <a:t>акция / тіркелу</a:t>
            </a:r>
          </a:p>
        </p:txBody>
      </p:sp>
      <p:sp>
        <p:nvSpPr>
          <p:cNvPr id="19" name="text-19">
            <a:extLst xmlns:a="http://schemas.openxmlformats.org/drawingml/2006/main">
              <a:ext uri="{FF2B5EF4-FFF2-40B4-BE49-F238E27FC236}">
                <a16:creationId xmlns:a16="http://schemas.microsoft.com/office/drawing/2014/main" id="{B81762BF-BBB0-4F6E-A137-B07CE9D9F6F3}"/>
              </a:ext>
            </a:extLst>
          </p:cNvPr>
          <p:cNvSpPr>
            <a:spLocks xmlns:a="http://schemas.openxmlformats.org/drawingml/2006/main" noGrp="1"/>
          </p:cNvSpPr>
          <p:nvPr/>
        </p:nvSpPr>
        <p:spPr>
          <a:xfrm xmlns:a="http://schemas.openxmlformats.org/drawingml/2006/main">
            <a:off x="3876675" y="39433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B6EBCF"/>
                </a:solidFill>
                <a:latin typeface="Arial"/>
                <a:ea typeface="Arial"/>
                <a:cs typeface="Arial"/>
              </a:defRPr>
            </a:defPPr>
            <a:lvl1pPr>
              <a:defRPr sz="3600" b="1">
                <a:solidFill>
                  <a:srgbClr val="B6EBCF"/>
                </a:solidFill>
                <a:latin typeface="Arial"/>
                <a:ea typeface="Arial"/>
                <a:cs typeface="Arial"/>
              </a:defRPr>
            </a:lvl1pPr>
            <a:lvl2pPr>
              <a:defRPr sz="3600" b="1">
                <a:solidFill>
                  <a:srgbClr val="B6EBCF"/>
                </a:solidFill>
                <a:latin typeface="Arial"/>
                <a:ea typeface="Arial"/>
                <a:cs typeface="Arial"/>
              </a:defRPr>
            </a:lvl2pPr>
            <a:lvl3pPr>
              <a:defRPr sz="3600" b="1">
                <a:solidFill>
                  <a:srgbClr val="B6EBCF"/>
                </a:solidFill>
                <a:latin typeface="Arial"/>
                <a:ea typeface="Arial"/>
                <a:cs typeface="Arial"/>
              </a:defRPr>
            </a:lvl3pPr>
            <a:lvl4pPr>
              <a:defRPr sz="3600" b="1">
                <a:solidFill>
                  <a:srgbClr val="B6EBCF"/>
                </a:solidFill>
                <a:latin typeface="Arial"/>
                <a:ea typeface="Arial"/>
                <a:cs typeface="Arial"/>
              </a:defRPr>
            </a:lvl4pPr>
            <a:lvl5pPr>
              <a:defRPr sz="3600" b="1">
                <a:solidFill>
                  <a:srgbClr val="B6EBCF"/>
                </a:solidFill>
                <a:latin typeface="Arial"/>
                <a:ea typeface="Arial"/>
                <a:cs typeface="Arial"/>
              </a:defRPr>
            </a:lvl5pPr>
            <a:lvl6pPr>
              <a:defRPr sz="3600" b="1">
                <a:solidFill>
                  <a:srgbClr val="B6EBCF"/>
                </a:solidFill>
                <a:latin typeface="Arial"/>
                <a:ea typeface="Arial"/>
                <a:cs typeface="Arial"/>
              </a:defRPr>
            </a:lvl6pPr>
            <a:lvl7pPr>
              <a:defRPr sz="3600" b="1">
                <a:solidFill>
                  <a:srgbClr val="B6EBCF"/>
                </a:solidFill>
                <a:latin typeface="Arial"/>
                <a:ea typeface="Arial"/>
                <a:cs typeface="Arial"/>
              </a:defRPr>
            </a:lvl7pPr>
            <a:lvl8pPr>
              <a:defRPr sz="3600" b="1">
                <a:solidFill>
                  <a:srgbClr val="B6EBCF"/>
                </a:solidFill>
                <a:latin typeface="Arial"/>
                <a:ea typeface="Arial"/>
                <a:cs typeface="Arial"/>
              </a:defRPr>
            </a:lvl8pPr>
            <a:lvl9pPr>
              <a:defRPr sz="3600" b="1">
                <a:solidFill>
                  <a:srgbClr val="B6EBCF"/>
                </a:solidFill>
                <a:latin typeface="Arial"/>
                <a:ea typeface="Arial"/>
                <a:cs typeface="Arial"/>
              </a:defRPr>
            </a:lvl9pPr>
          </a:lstStyle>
          <a:p xmlns:a="http://schemas.openxmlformats.org/drawingml/2006/main">
            <a:pPr>
              <a:defRPr sz="3600" b="1">
                <a:solidFill>
                  <a:srgbClr val="B6EBCF"/>
                </a:solidFill>
                <a:latin typeface="Arial"/>
                <a:ea typeface="Arial"/>
                <a:cs typeface="Arial"/>
              </a:defRPr>
            </a:pPr>
            <a:r>
              <a:rPr sz="3600" b="1">
                <a:solidFill>
                  <a:srgbClr val="B6EBCF"/>
                </a:solidFill>
                <a:latin typeface="Arial"/>
                <a:ea typeface="Arial"/>
                <a:cs typeface="Arial"/>
              </a:rPr>
              <a:t>→</a:t>
            </a:r>
          </a:p>
        </p:txBody>
      </p:sp>
      <p:sp>
        <p:nvSpPr>
          <p:cNvPr id="20" name="text-20">
            <a:extLst xmlns:a="http://schemas.openxmlformats.org/drawingml/2006/main">
              <a:ext uri="{FF2B5EF4-FFF2-40B4-BE49-F238E27FC236}">
                <a16:creationId xmlns:a16="http://schemas.microsoft.com/office/drawing/2014/main" id="{0730C212-C600-4050-9DEB-FED8F7B00469}"/>
              </a:ext>
            </a:extLst>
          </p:cNvPr>
          <p:cNvSpPr>
            <a:spLocks xmlns:a="http://schemas.openxmlformats.org/drawingml/2006/main" noGrp="1"/>
          </p:cNvSpPr>
          <p:nvPr/>
        </p:nvSpPr>
        <p:spPr>
          <a:xfrm xmlns:a="http://schemas.openxmlformats.org/drawingml/2006/main">
            <a:off x="7696200" y="3943350"/>
            <a:ext cx="4953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B6EBCF"/>
                </a:solidFill>
                <a:latin typeface="Arial"/>
                <a:ea typeface="Arial"/>
                <a:cs typeface="Arial"/>
              </a:defRPr>
            </a:defPPr>
            <a:lvl1pPr>
              <a:defRPr sz="3600" b="1">
                <a:solidFill>
                  <a:srgbClr val="B6EBCF"/>
                </a:solidFill>
                <a:latin typeface="Arial"/>
                <a:ea typeface="Arial"/>
                <a:cs typeface="Arial"/>
              </a:defRPr>
            </a:lvl1pPr>
            <a:lvl2pPr>
              <a:defRPr sz="3600" b="1">
                <a:solidFill>
                  <a:srgbClr val="B6EBCF"/>
                </a:solidFill>
                <a:latin typeface="Arial"/>
                <a:ea typeface="Arial"/>
                <a:cs typeface="Arial"/>
              </a:defRPr>
            </a:lvl2pPr>
            <a:lvl3pPr>
              <a:defRPr sz="3600" b="1">
                <a:solidFill>
                  <a:srgbClr val="B6EBCF"/>
                </a:solidFill>
                <a:latin typeface="Arial"/>
                <a:ea typeface="Arial"/>
                <a:cs typeface="Arial"/>
              </a:defRPr>
            </a:lvl3pPr>
            <a:lvl4pPr>
              <a:defRPr sz="3600" b="1">
                <a:solidFill>
                  <a:srgbClr val="B6EBCF"/>
                </a:solidFill>
                <a:latin typeface="Arial"/>
                <a:ea typeface="Arial"/>
                <a:cs typeface="Arial"/>
              </a:defRPr>
            </a:lvl4pPr>
            <a:lvl5pPr>
              <a:defRPr sz="3600" b="1">
                <a:solidFill>
                  <a:srgbClr val="B6EBCF"/>
                </a:solidFill>
                <a:latin typeface="Arial"/>
                <a:ea typeface="Arial"/>
                <a:cs typeface="Arial"/>
              </a:defRPr>
            </a:lvl5pPr>
            <a:lvl6pPr>
              <a:defRPr sz="3600" b="1">
                <a:solidFill>
                  <a:srgbClr val="B6EBCF"/>
                </a:solidFill>
                <a:latin typeface="Arial"/>
                <a:ea typeface="Arial"/>
                <a:cs typeface="Arial"/>
              </a:defRPr>
            </a:lvl6pPr>
            <a:lvl7pPr>
              <a:defRPr sz="3600" b="1">
                <a:solidFill>
                  <a:srgbClr val="B6EBCF"/>
                </a:solidFill>
                <a:latin typeface="Arial"/>
                <a:ea typeface="Arial"/>
                <a:cs typeface="Arial"/>
              </a:defRPr>
            </a:lvl7pPr>
            <a:lvl8pPr>
              <a:defRPr sz="3600" b="1">
                <a:solidFill>
                  <a:srgbClr val="B6EBCF"/>
                </a:solidFill>
                <a:latin typeface="Arial"/>
                <a:ea typeface="Arial"/>
                <a:cs typeface="Arial"/>
              </a:defRPr>
            </a:lvl8pPr>
            <a:lvl9pPr>
              <a:defRPr sz="3600" b="1">
                <a:solidFill>
                  <a:srgbClr val="B6EBCF"/>
                </a:solidFill>
                <a:latin typeface="Arial"/>
                <a:ea typeface="Arial"/>
                <a:cs typeface="Arial"/>
              </a:defRPr>
            </a:lvl9pPr>
          </a:lstStyle>
          <a:p xmlns:a="http://schemas.openxmlformats.org/drawingml/2006/main">
            <a:pPr>
              <a:defRPr sz="3600" b="1">
                <a:solidFill>
                  <a:srgbClr val="B6EBCF"/>
                </a:solidFill>
                <a:latin typeface="Arial"/>
                <a:ea typeface="Arial"/>
                <a:cs typeface="Arial"/>
              </a:defRPr>
            </a:pPr>
            <a:r>
              <a:rPr sz="3600" b="1">
                <a:solidFill>
                  <a:srgbClr val="B6EBCF"/>
                </a:solidFill>
                <a:latin typeface="Arial"/>
                <a:ea typeface="Arial"/>
                <a:cs typeface="Arial"/>
              </a:rPr>
              <a:t>→</a:t>
            </a:r>
          </a:p>
        </p:txBody>
      </p:sp>
      <p:sp>
        <p:nvSpPr>
          <p:cNvPr id="21" name="text-21">
            <a:extLst xmlns:a="http://schemas.openxmlformats.org/drawingml/2006/main">
              <a:ext uri="{FF2B5EF4-FFF2-40B4-BE49-F238E27FC236}">
                <a16:creationId xmlns:a16="http://schemas.microsoft.com/office/drawing/2014/main" id="{5EEAD34C-985C-4DAA-8DD4-58027B2BFB50}"/>
              </a:ext>
            </a:extLst>
          </p:cNvPr>
          <p:cNvSpPr>
            <a:spLocks xmlns:a="http://schemas.openxmlformats.org/drawingml/2006/main" noGrp="1"/>
          </p:cNvSpPr>
          <p:nvPr/>
        </p:nvSpPr>
        <p:spPr>
          <a:xfrm xmlns:a="http://schemas.openxmlformats.org/drawingml/2006/main">
            <a:off x="609600" y="5524500"/>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B6EBCF"/>
                </a:solidFill>
                <a:latin typeface="Arial"/>
                <a:ea typeface="Arial"/>
                <a:cs typeface="Arial"/>
              </a:defRPr>
            </a:defPPr>
            <a:lvl1pPr>
              <a:defRPr sz="2025" b="1">
                <a:solidFill>
                  <a:srgbClr val="B6EBCF"/>
                </a:solidFill>
                <a:latin typeface="Arial"/>
                <a:ea typeface="Arial"/>
                <a:cs typeface="Arial"/>
              </a:defRPr>
            </a:lvl1pPr>
            <a:lvl2pPr>
              <a:defRPr sz="2025" b="1">
                <a:solidFill>
                  <a:srgbClr val="B6EBCF"/>
                </a:solidFill>
                <a:latin typeface="Arial"/>
                <a:ea typeface="Arial"/>
                <a:cs typeface="Arial"/>
              </a:defRPr>
            </a:lvl2pPr>
            <a:lvl3pPr>
              <a:defRPr sz="2025" b="1">
                <a:solidFill>
                  <a:srgbClr val="B6EBCF"/>
                </a:solidFill>
                <a:latin typeface="Arial"/>
                <a:ea typeface="Arial"/>
                <a:cs typeface="Arial"/>
              </a:defRPr>
            </a:lvl3pPr>
            <a:lvl4pPr>
              <a:defRPr sz="2025" b="1">
                <a:solidFill>
                  <a:srgbClr val="B6EBCF"/>
                </a:solidFill>
                <a:latin typeface="Arial"/>
                <a:ea typeface="Arial"/>
                <a:cs typeface="Arial"/>
              </a:defRPr>
            </a:lvl4pPr>
            <a:lvl5pPr>
              <a:defRPr sz="2025" b="1">
                <a:solidFill>
                  <a:srgbClr val="B6EBCF"/>
                </a:solidFill>
                <a:latin typeface="Arial"/>
                <a:ea typeface="Arial"/>
                <a:cs typeface="Arial"/>
              </a:defRPr>
            </a:lvl5pPr>
            <a:lvl6pPr>
              <a:defRPr sz="2025" b="1">
                <a:solidFill>
                  <a:srgbClr val="B6EBCF"/>
                </a:solidFill>
                <a:latin typeface="Arial"/>
                <a:ea typeface="Arial"/>
                <a:cs typeface="Arial"/>
              </a:defRPr>
            </a:lvl6pPr>
            <a:lvl7pPr>
              <a:defRPr sz="2025" b="1">
                <a:solidFill>
                  <a:srgbClr val="B6EBCF"/>
                </a:solidFill>
                <a:latin typeface="Arial"/>
                <a:ea typeface="Arial"/>
                <a:cs typeface="Arial"/>
              </a:defRPr>
            </a:lvl7pPr>
            <a:lvl8pPr>
              <a:defRPr sz="2025" b="1">
                <a:solidFill>
                  <a:srgbClr val="B6EBCF"/>
                </a:solidFill>
                <a:latin typeface="Arial"/>
                <a:ea typeface="Arial"/>
                <a:cs typeface="Arial"/>
              </a:defRPr>
            </a:lvl8pPr>
            <a:lvl9pPr>
              <a:defRPr sz="2025" b="1">
                <a:solidFill>
                  <a:srgbClr val="B6EBCF"/>
                </a:solidFill>
                <a:latin typeface="Arial"/>
                <a:ea typeface="Arial"/>
                <a:cs typeface="Arial"/>
              </a:defRPr>
            </a:lvl9pPr>
          </a:lstStyle>
          <a:p xmlns:a="http://schemas.openxmlformats.org/drawingml/2006/main">
            <a:pPr>
              <a:defRPr sz="2025" b="1">
                <a:solidFill>
                  <a:srgbClr val="B6EBCF"/>
                </a:solidFill>
                <a:latin typeface="Arial"/>
                <a:ea typeface="Arial"/>
                <a:cs typeface="Arial"/>
              </a:defRPr>
            </a:pPr>
            <a:r>
              <a:rPr sz="2025" b="1">
                <a:solidFill>
                  <a:srgbClr val="B6EBCF"/>
                </a:solidFill>
                <a:latin typeface="Arial"/>
                <a:ea typeface="Arial"/>
                <a:cs typeface="Arial"/>
              </a:rPr>
              <a:t>SafeTrace KZ: әр қадамның дереккөзін ашып, сарапшыға тексерілетін досье береді.</a:t>
            </a:r>
          </a:p>
        </p:txBody>
      </p:sp>
    </p:spTree>
    <p:extLst>
      <p:ext uri="{BB962C8B-B14F-4D97-AF65-F5344CB8AC3E}">
        <p14:creationId xmlns:p14="http://schemas.microsoft.com/office/powerpoint/2010/main" val="1656294140"/>
      </p:ext>
    </p:extLst>
  </p:cSld>
</p:sld>
</file>

<file path=ppt/slides/slide2.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23" name="text-22">
            <a:extLst xmlns:a="http://schemas.openxmlformats.org/drawingml/2006/main">
              <a:ext uri="{FF2B5EF4-FFF2-40B4-BE49-F238E27FC236}">
                <a16:creationId xmlns:a16="http://schemas.microsoft.com/office/drawing/2014/main" id="{267EC7F5-9185-4546-8771-CEFBDD48DA4C}"/>
              </a:ext>
            </a:extLst>
          </p:cNvPr>
          <p:cNvSpPr>
            <a:spLocks xmlns:a="http://schemas.openxmlformats.org/drawingml/2006/main" noGrp="1"/>
          </p:cNvSpPr>
          <p:nvPr/>
        </p:nvSpPr>
        <p:spPr>
          <a:xfrm xmlns:a="http://schemas.openxmlformats.org/drawingml/2006/main">
            <a:off x="609600" y="361950"/>
            <a:ext cx="866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126950"/>
                </a:solidFill>
                <a:latin typeface="Arial"/>
                <a:ea typeface="Arial"/>
                <a:cs typeface="Arial"/>
              </a:defRPr>
            </a:defPPr>
            <a:lvl1pPr>
              <a:defRPr sz="1350" b="1">
                <a:solidFill>
                  <a:srgbClr val="126950"/>
                </a:solidFill>
                <a:latin typeface="Arial"/>
                <a:ea typeface="Arial"/>
                <a:cs typeface="Arial"/>
              </a:defRPr>
            </a:lvl1pPr>
            <a:lvl2pPr>
              <a:defRPr sz="1350" b="1">
                <a:solidFill>
                  <a:srgbClr val="126950"/>
                </a:solidFill>
                <a:latin typeface="Arial"/>
                <a:ea typeface="Arial"/>
                <a:cs typeface="Arial"/>
              </a:defRPr>
            </a:lvl2pPr>
            <a:lvl3pPr>
              <a:defRPr sz="1350" b="1">
                <a:solidFill>
                  <a:srgbClr val="126950"/>
                </a:solidFill>
                <a:latin typeface="Arial"/>
                <a:ea typeface="Arial"/>
                <a:cs typeface="Arial"/>
              </a:defRPr>
            </a:lvl3pPr>
            <a:lvl4pPr>
              <a:defRPr sz="1350" b="1">
                <a:solidFill>
                  <a:srgbClr val="126950"/>
                </a:solidFill>
                <a:latin typeface="Arial"/>
                <a:ea typeface="Arial"/>
                <a:cs typeface="Arial"/>
              </a:defRPr>
            </a:lvl4pPr>
            <a:lvl5pPr>
              <a:defRPr sz="1350" b="1">
                <a:solidFill>
                  <a:srgbClr val="126950"/>
                </a:solidFill>
                <a:latin typeface="Arial"/>
                <a:ea typeface="Arial"/>
                <a:cs typeface="Arial"/>
              </a:defRPr>
            </a:lvl5pPr>
            <a:lvl6pPr>
              <a:defRPr sz="1350" b="1">
                <a:solidFill>
                  <a:srgbClr val="126950"/>
                </a:solidFill>
                <a:latin typeface="Arial"/>
                <a:ea typeface="Arial"/>
                <a:cs typeface="Arial"/>
              </a:defRPr>
            </a:lvl6pPr>
            <a:lvl7pPr>
              <a:defRPr sz="1350" b="1">
                <a:solidFill>
                  <a:srgbClr val="126950"/>
                </a:solidFill>
                <a:latin typeface="Arial"/>
                <a:ea typeface="Arial"/>
                <a:cs typeface="Arial"/>
              </a:defRPr>
            </a:lvl7pPr>
            <a:lvl8pPr>
              <a:defRPr sz="1350" b="1">
                <a:solidFill>
                  <a:srgbClr val="126950"/>
                </a:solidFill>
                <a:latin typeface="Arial"/>
                <a:ea typeface="Arial"/>
                <a:cs typeface="Arial"/>
              </a:defRPr>
            </a:lvl8pPr>
            <a:lvl9pPr>
              <a:defRPr sz="1350" b="1">
                <a:solidFill>
                  <a:srgbClr val="126950"/>
                </a:solidFill>
                <a:latin typeface="Arial"/>
                <a:ea typeface="Arial"/>
                <a:cs typeface="Arial"/>
              </a:defRPr>
            </a:lvl9pPr>
          </a:lstStyle>
          <a:p xmlns:a="http://schemas.openxmlformats.org/drawingml/2006/main">
            <a:pPr>
              <a:defRPr sz="1350" b="1">
                <a:solidFill>
                  <a:srgbClr val="126950"/>
                </a:solidFill>
                <a:latin typeface="Arial"/>
                <a:ea typeface="Arial"/>
                <a:cs typeface="Arial"/>
              </a:defRPr>
            </a:pPr>
            <a:r>
              <a:rPr sz="1350" b="1">
                <a:solidFill>
                  <a:srgbClr val="126950"/>
                </a:solidFill>
                <a:latin typeface="Arial"/>
                <a:ea typeface="Arial"/>
                <a:cs typeface="Arial"/>
              </a:rPr>
              <a:t>SAFENET KZ  /  2-ТРЕК  ·  ЖАСЫРЫН ОЙЫН</a:t>
            </a:r>
          </a:p>
        </p:txBody>
      </p:sp>
      <p:sp>
        <p:nvSpPr>
          <p:cNvPr id="2" name="text-23">
            <a:extLst xmlns:a="http://schemas.openxmlformats.org/drawingml/2006/main">
              <a:ext uri="{FF2B5EF4-FFF2-40B4-BE49-F238E27FC236}">
                <a16:creationId xmlns:a16="http://schemas.microsoft.com/office/drawing/2014/main" id="{A73F9699-712C-4186-B74B-84B3715184EC}"/>
              </a:ext>
            </a:extLst>
          </p:cNvPr>
          <p:cNvSpPr>
            <a:spLocks xmlns:a="http://schemas.openxmlformats.org/drawingml/2006/main" noGrp="1"/>
          </p:cNvSpPr>
          <p:nvPr/>
        </p:nvSpPr>
        <p:spPr>
          <a:xfrm xmlns:a="http://schemas.openxmlformats.org/drawingml/2006/main">
            <a:off x="609600" y="885825"/>
            <a:ext cx="1081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71C20"/>
                </a:solidFill>
                <a:latin typeface="Arial"/>
                <a:ea typeface="Arial"/>
                <a:cs typeface="Arial"/>
              </a:defRPr>
            </a:defPPr>
            <a:lvl1pPr>
              <a:defRPr sz="3600" b="1">
                <a:solidFill>
                  <a:srgbClr val="071C20"/>
                </a:solidFill>
                <a:latin typeface="Arial"/>
                <a:ea typeface="Arial"/>
                <a:cs typeface="Arial"/>
              </a:defRPr>
            </a:lvl1pPr>
            <a:lvl2pPr>
              <a:defRPr sz="3600" b="1">
                <a:solidFill>
                  <a:srgbClr val="071C20"/>
                </a:solidFill>
                <a:latin typeface="Arial"/>
                <a:ea typeface="Arial"/>
                <a:cs typeface="Arial"/>
              </a:defRPr>
            </a:lvl2pPr>
            <a:lvl3pPr>
              <a:defRPr sz="3600" b="1">
                <a:solidFill>
                  <a:srgbClr val="071C20"/>
                </a:solidFill>
                <a:latin typeface="Arial"/>
                <a:ea typeface="Arial"/>
                <a:cs typeface="Arial"/>
              </a:defRPr>
            </a:lvl3pPr>
            <a:lvl4pPr>
              <a:defRPr sz="3600" b="1">
                <a:solidFill>
                  <a:srgbClr val="071C20"/>
                </a:solidFill>
                <a:latin typeface="Arial"/>
                <a:ea typeface="Arial"/>
                <a:cs typeface="Arial"/>
              </a:defRPr>
            </a:lvl4pPr>
            <a:lvl5pPr>
              <a:defRPr sz="3600" b="1">
                <a:solidFill>
                  <a:srgbClr val="071C20"/>
                </a:solidFill>
                <a:latin typeface="Arial"/>
                <a:ea typeface="Arial"/>
                <a:cs typeface="Arial"/>
              </a:defRPr>
            </a:lvl5pPr>
            <a:lvl6pPr>
              <a:defRPr sz="3600" b="1">
                <a:solidFill>
                  <a:srgbClr val="071C20"/>
                </a:solidFill>
                <a:latin typeface="Arial"/>
                <a:ea typeface="Arial"/>
                <a:cs typeface="Arial"/>
              </a:defRPr>
            </a:lvl6pPr>
            <a:lvl7pPr>
              <a:defRPr sz="3600" b="1">
                <a:solidFill>
                  <a:srgbClr val="071C20"/>
                </a:solidFill>
                <a:latin typeface="Arial"/>
                <a:ea typeface="Arial"/>
                <a:cs typeface="Arial"/>
              </a:defRPr>
            </a:lvl7pPr>
            <a:lvl8pPr>
              <a:defRPr sz="3600" b="1">
                <a:solidFill>
                  <a:srgbClr val="071C20"/>
                </a:solidFill>
                <a:latin typeface="Arial"/>
                <a:ea typeface="Arial"/>
                <a:cs typeface="Arial"/>
              </a:defRPr>
            </a:lvl8pPr>
            <a:lvl9pPr>
              <a:defRPr sz="3600" b="1">
                <a:solidFill>
                  <a:srgbClr val="071C20"/>
                </a:solidFill>
                <a:latin typeface="Arial"/>
                <a:ea typeface="Arial"/>
                <a:cs typeface="Arial"/>
              </a:defRPr>
            </a:lvl9pPr>
          </a:lstStyle>
          <a:p xmlns:a="http://schemas.openxmlformats.org/drawingml/2006/main">
            <a:pPr>
              <a:defRPr sz="3600" b="1">
                <a:solidFill>
                  <a:srgbClr val="071C20"/>
                </a:solidFill>
                <a:latin typeface="Arial"/>
                <a:ea typeface="Arial"/>
                <a:cs typeface="Arial"/>
              </a:defRPr>
            </a:pPr>
            <a:r>
              <a:rPr sz="3600" b="1">
                <a:solidFill>
                  <a:srgbClr val="071C20"/>
                </a:solidFill>
                <a:latin typeface="Arial"/>
                <a:ea typeface="Arial"/>
                <a:cs typeface="Arial"/>
              </a:rPr>
              <a:t>Түпнұсқа → OCR → маршрут → дәлел</a:t>
            </a:r>
          </a:p>
        </p:txBody>
      </p:sp>
      <p:sp>
        <p:nvSpPr>
          <p:cNvPr id="3" name="text-24">
            <a:extLst xmlns:a="http://schemas.openxmlformats.org/drawingml/2006/main">
              <a:ext uri="{FF2B5EF4-FFF2-40B4-BE49-F238E27FC236}">
                <a16:creationId xmlns:a16="http://schemas.microsoft.com/office/drawing/2014/main" id="{5EECFF09-5A93-4941-9D8B-553AEF32F83E}"/>
              </a:ext>
            </a:extLst>
          </p:cNvPr>
          <p:cNvSpPr>
            <a:spLocks xmlns:a="http://schemas.openxmlformats.org/drawingml/2006/main" noGrp="1"/>
          </p:cNvSpPr>
          <p:nvPr/>
        </p:nvSpPr>
        <p:spPr>
          <a:xfrm xmlns:a="http://schemas.openxmlformats.org/drawingml/2006/main">
            <a:off x="10734675" y="381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607476"/>
                </a:solidFill>
                <a:latin typeface="Arial"/>
                <a:ea typeface="Arial"/>
                <a:cs typeface="Arial"/>
              </a:defRPr>
            </a:defPPr>
            <a:lvl1pPr>
              <a:defRPr sz="1350" b="1">
                <a:solidFill>
                  <a:srgbClr val="607476"/>
                </a:solidFill>
                <a:latin typeface="Arial"/>
                <a:ea typeface="Arial"/>
                <a:cs typeface="Arial"/>
              </a:defRPr>
            </a:lvl1pPr>
            <a:lvl2pPr>
              <a:defRPr sz="1350" b="1">
                <a:solidFill>
                  <a:srgbClr val="607476"/>
                </a:solidFill>
                <a:latin typeface="Arial"/>
                <a:ea typeface="Arial"/>
                <a:cs typeface="Arial"/>
              </a:defRPr>
            </a:lvl2pPr>
            <a:lvl3pPr>
              <a:defRPr sz="1350" b="1">
                <a:solidFill>
                  <a:srgbClr val="607476"/>
                </a:solidFill>
                <a:latin typeface="Arial"/>
                <a:ea typeface="Arial"/>
                <a:cs typeface="Arial"/>
              </a:defRPr>
            </a:lvl3pPr>
            <a:lvl4pPr>
              <a:defRPr sz="1350" b="1">
                <a:solidFill>
                  <a:srgbClr val="607476"/>
                </a:solidFill>
                <a:latin typeface="Arial"/>
                <a:ea typeface="Arial"/>
                <a:cs typeface="Arial"/>
              </a:defRPr>
            </a:lvl4pPr>
            <a:lvl5pPr>
              <a:defRPr sz="1350" b="1">
                <a:solidFill>
                  <a:srgbClr val="607476"/>
                </a:solidFill>
                <a:latin typeface="Arial"/>
                <a:ea typeface="Arial"/>
                <a:cs typeface="Arial"/>
              </a:defRPr>
            </a:lvl5pPr>
            <a:lvl6pPr>
              <a:defRPr sz="1350" b="1">
                <a:solidFill>
                  <a:srgbClr val="607476"/>
                </a:solidFill>
                <a:latin typeface="Arial"/>
                <a:ea typeface="Arial"/>
                <a:cs typeface="Arial"/>
              </a:defRPr>
            </a:lvl6pPr>
            <a:lvl7pPr>
              <a:defRPr sz="1350" b="1">
                <a:solidFill>
                  <a:srgbClr val="607476"/>
                </a:solidFill>
                <a:latin typeface="Arial"/>
                <a:ea typeface="Arial"/>
                <a:cs typeface="Arial"/>
              </a:defRPr>
            </a:lvl7pPr>
            <a:lvl8pPr>
              <a:defRPr sz="1350" b="1">
                <a:solidFill>
                  <a:srgbClr val="607476"/>
                </a:solidFill>
                <a:latin typeface="Arial"/>
                <a:ea typeface="Arial"/>
                <a:cs typeface="Arial"/>
              </a:defRPr>
            </a:lvl8pPr>
            <a:lvl9pPr>
              <a:defRPr sz="1350" b="1">
                <a:solidFill>
                  <a:srgbClr val="607476"/>
                </a:solidFill>
                <a:latin typeface="Arial"/>
                <a:ea typeface="Arial"/>
                <a:cs typeface="Arial"/>
              </a:defRPr>
            </a:lvl9pPr>
          </a:lstStyle>
          <a:p xmlns:a="http://schemas.openxmlformats.org/drawingml/2006/main">
            <a:pPr>
              <a:defRPr sz="1350" b="1">
                <a:solidFill>
                  <a:srgbClr val="607476"/>
                </a:solidFill>
                <a:latin typeface="Arial"/>
                <a:ea typeface="Arial"/>
                <a:cs typeface="Arial"/>
              </a:defRPr>
            </a:pPr>
            <a:r>
              <a:rPr sz="1350" b="1">
                <a:solidFill>
                  <a:srgbClr val="607476"/>
                </a:solidFill>
                <a:latin typeface="Arial"/>
                <a:ea typeface="Arial"/>
                <a:cs typeface="Arial"/>
              </a:rPr>
              <a:t>02 / 06</a:t>
            </a:r>
          </a:p>
        </p:txBody>
      </p:sp>
      <p:sp>
        <p:nvSpPr>
          <p:cNvPr id="4" name="shape-25">
            <a:extLst xmlns:a="http://schemas.openxmlformats.org/drawingml/2006/main">
              <a:ext uri="{FF2B5EF4-FFF2-40B4-BE49-F238E27FC236}">
                <a16:creationId xmlns:a16="http://schemas.microsoft.com/office/drawing/2014/main" id="{00072D08-E8F2-4EDB-A294-748F7D565F25}"/>
              </a:ext>
            </a:extLst>
          </p:cNvPr>
          <p:cNvSpPr>
            <a:spLocks xmlns:a="http://schemas.openxmlformats.org/drawingml/2006/main" noGrp="1"/>
          </p:cNvSpPr>
          <p:nvPr/>
        </p:nvSpPr>
        <p:spPr>
          <a:xfrm xmlns:a="http://schemas.openxmlformats.org/drawingml/2006/main">
            <a:off x="609600" y="6381750"/>
            <a:ext cx="10972800" cy="19050"/>
          </a:xfrm>
          <a:prstGeom xmlns:a="http://schemas.openxmlformats.org/drawingml/2006/main" prst="rect">
            <a:avLst/>
          </a:prstGeom>
          <a:solidFill xmlns:a="http://schemas.openxmlformats.org/drawingml/2006/main">
            <a:srgbClr val="CAD8CF"/>
          </a:solidFill>
          <a:ln xmlns:a="http://schemas.openxmlformats.org/drawingml/2006/main" w="0">
            <a:noFill/>
          </a:ln>
        </p:spPr>
      </p:sp>
      <p:sp>
        <p:nvSpPr>
          <p:cNvPr id="5" name="text-26">
            <a:extLst xmlns:a="http://schemas.openxmlformats.org/drawingml/2006/main">
              <a:ext uri="{FF2B5EF4-FFF2-40B4-BE49-F238E27FC236}">
                <a16:creationId xmlns:a16="http://schemas.microsoft.com/office/drawing/2014/main" id="{7DB722A0-20EA-4954-8226-2E4E11E782B2}"/>
              </a:ext>
            </a:extLst>
          </p:cNvPr>
          <p:cNvSpPr>
            <a:spLocks xmlns:a="http://schemas.openxmlformats.org/drawingml/2006/main" noGrp="1"/>
          </p:cNvSpPr>
          <p:nvPr/>
        </p:nvSpPr>
        <p:spPr>
          <a:xfrm xmlns:a="http://schemas.openxmlformats.org/drawingml/2006/main">
            <a:off x="609600" y="6467475"/>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607476"/>
                </a:solidFill>
                <a:latin typeface="Arial"/>
                <a:ea typeface="Arial"/>
                <a:cs typeface="Arial"/>
              </a:defRPr>
            </a:defPPr>
            <a:lvl1pPr>
              <a:defRPr sz="1200" b="0">
                <a:solidFill>
                  <a:srgbClr val="607476"/>
                </a:solidFill>
                <a:latin typeface="Arial"/>
                <a:ea typeface="Arial"/>
                <a:cs typeface="Arial"/>
              </a:defRPr>
            </a:lvl1pPr>
            <a:lvl2pPr>
              <a:defRPr sz="1200" b="0">
                <a:solidFill>
                  <a:srgbClr val="607476"/>
                </a:solidFill>
                <a:latin typeface="Arial"/>
                <a:ea typeface="Arial"/>
                <a:cs typeface="Arial"/>
              </a:defRPr>
            </a:lvl2pPr>
            <a:lvl3pPr>
              <a:defRPr sz="1200" b="0">
                <a:solidFill>
                  <a:srgbClr val="607476"/>
                </a:solidFill>
                <a:latin typeface="Arial"/>
                <a:ea typeface="Arial"/>
                <a:cs typeface="Arial"/>
              </a:defRPr>
            </a:lvl3pPr>
            <a:lvl4pPr>
              <a:defRPr sz="1200" b="0">
                <a:solidFill>
                  <a:srgbClr val="607476"/>
                </a:solidFill>
                <a:latin typeface="Arial"/>
                <a:ea typeface="Arial"/>
                <a:cs typeface="Arial"/>
              </a:defRPr>
            </a:lvl4pPr>
            <a:lvl5pPr>
              <a:defRPr sz="1200" b="0">
                <a:solidFill>
                  <a:srgbClr val="607476"/>
                </a:solidFill>
                <a:latin typeface="Arial"/>
                <a:ea typeface="Arial"/>
                <a:cs typeface="Arial"/>
              </a:defRPr>
            </a:lvl5pPr>
            <a:lvl6pPr>
              <a:defRPr sz="1200" b="0">
                <a:solidFill>
                  <a:srgbClr val="607476"/>
                </a:solidFill>
                <a:latin typeface="Arial"/>
                <a:ea typeface="Arial"/>
                <a:cs typeface="Arial"/>
              </a:defRPr>
            </a:lvl6pPr>
            <a:lvl7pPr>
              <a:defRPr sz="1200" b="0">
                <a:solidFill>
                  <a:srgbClr val="607476"/>
                </a:solidFill>
                <a:latin typeface="Arial"/>
                <a:ea typeface="Arial"/>
                <a:cs typeface="Arial"/>
              </a:defRPr>
            </a:lvl7pPr>
            <a:lvl8pPr>
              <a:defRPr sz="1200" b="0">
                <a:solidFill>
                  <a:srgbClr val="607476"/>
                </a:solidFill>
                <a:latin typeface="Arial"/>
                <a:ea typeface="Arial"/>
                <a:cs typeface="Arial"/>
              </a:defRPr>
            </a:lvl8pPr>
            <a:lvl9pPr>
              <a:defRPr sz="1200" b="0">
                <a:solidFill>
                  <a:srgbClr val="607476"/>
                </a:solidFill>
                <a:latin typeface="Arial"/>
                <a:ea typeface="Arial"/>
                <a:cs typeface="Arial"/>
              </a:defRPr>
            </a:lvl9pPr>
          </a:lstStyle>
          <a:p xmlns:a="http://schemas.openxmlformats.org/drawingml/2006/main">
            <a:pPr>
              <a:defRPr sz="1200" b="0">
                <a:solidFill>
                  <a:srgbClr val="607476"/>
                </a:solidFill>
                <a:latin typeface="Arial"/>
                <a:ea typeface="Arial"/>
                <a:cs typeface="Arial"/>
              </a:defRPr>
            </a:pPr>
            <a:r>
              <a:rPr sz="1200" b="0">
                <a:solidFill>
                  <a:srgbClr val="607476"/>
                </a:solidFill>
                <a:latin typeface="Arial"/>
                <a:ea typeface="Arial"/>
                <a:cs typeface="Arial"/>
              </a:rPr>
              <a:t>0:40–1:30  ·  50 секунд</a:t>
            </a:r>
          </a:p>
        </p:txBody>
      </p:sp>
      <p:sp>
        <p:nvSpPr>
          <p:cNvPr id="6" name="shape-27">
            <a:extLst xmlns:a="http://schemas.openxmlformats.org/drawingml/2006/main">
              <a:ext uri="{FF2B5EF4-FFF2-40B4-BE49-F238E27FC236}">
                <a16:creationId xmlns:a16="http://schemas.microsoft.com/office/drawing/2014/main" id="{A2114FE8-5814-41DE-8D8D-9AB2EC7D16B0}"/>
              </a:ext>
            </a:extLst>
          </p:cNvPr>
          <p:cNvSpPr>
            <a:spLocks xmlns:a="http://schemas.openxmlformats.org/drawingml/2006/main" noGrp="1"/>
          </p:cNvSpPr>
          <p:nvPr/>
        </p:nvSpPr>
        <p:spPr>
          <a:xfrm xmlns:a="http://schemas.openxmlformats.org/drawingml/2006/main">
            <a:off x="609600" y="2038350"/>
            <a:ext cx="10839450" cy="3629025"/>
          </a:xfrm>
          <a:prstGeom xmlns:a="http://schemas.openxmlformats.org/drawingml/2006/main" prst="roundRect">
            <a:avLst>
              <a:gd name="adj" fmla="val 2100"/>
            </a:avLst>
          </a:prstGeom>
          <a:solidFill xmlns:a="http://schemas.openxmlformats.org/drawingml/2006/main">
            <a:srgbClr val="FFFFFF"/>
          </a:solidFill>
          <a:ln xmlns:a="http://schemas.openxmlformats.org/drawingml/2006/main" w="9525">
            <a:solidFill>
              <a:srgbClr val="CAD8CF"/>
            </a:solidFill>
          </a:ln>
        </p:spPr>
      </p:sp>
      <p:sp>
        <p:nvSpPr>
          <p:cNvPr id="7" name="shape-28">
            <a:extLst xmlns:a="http://schemas.openxmlformats.org/drawingml/2006/main">
              <a:ext uri="{FF2B5EF4-FFF2-40B4-BE49-F238E27FC236}">
                <a16:creationId xmlns:a16="http://schemas.microsoft.com/office/drawing/2014/main" id="{C56B9CB6-75F8-4DA9-86D1-C6E08F127CE6}"/>
              </a:ext>
            </a:extLst>
          </p:cNvPr>
          <p:cNvSpPr>
            <a:spLocks xmlns:a="http://schemas.openxmlformats.org/drawingml/2006/main" noGrp="1"/>
          </p:cNvSpPr>
          <p:nvPr/>
        </p:nvSpPr>
        <p:spPr>
          <a:xfrm xmlns:a="http://schemas.openxmlformats.org/drawingml/2006/main">
            <a:off x="800100" y="2200275"/>
            <a:ext cx="6896100" cy="3314700"/>
          </a:xfrm>
          <a:prstGeom xmlns:a="http://schemas.openxmlformats.org/drawingml/2006/main" prst="roundRect">
            <a:avLst>
              <a:gd name="adj" fmla="val 2299"/>
            </a:avLst>
          </a:prstGeom>
          <a:solidFill xmlns:a="http://schemas.openxmlformats.org/drawingml/2006/main">
            <a:srgbClr val="E6F3E9"/>
          </a:solidFill>
          <a:ln xmlns:a="http://schemas.openxmlformats.org/drawingml/2006/main" w="9525">
            <a:solidFill>
              <a:srgbClr val="9DBFAE"/>
            </a:solidFill>
          </a:ln>
        </p:spPr>
      </p:sp>
      <p:sp>
        <p:nvSpPr>
          <p:cNvPr id="8" name="text-29">
            <a:extLst xmlns:a="http://schemas.openxmlformats.org/drawingml/2006/main">
              <a:ext uri="{FF2B5EF4-FFF2-40B4-BE49-F238E27FC236}">
                <a16:creationId xmlns:a16="http://schemas.microsoft.com/office/drawing/2014/main" id="{AF287453-BB78-42D3-931F-6E9632391086}"/>
              </a:ext>
            </a:extLst>
          </p:cNvPr>
          <p:cNvSpPr>
            <a:spLocks xmlns:a="http://schemas.openxmlformats.org/drawingml/2006/main" noGrp="1"/>
          </p:cNvSpPr>
          <p:nvPr/>
        </p:nvSpPr>
        <p:spPr>
          <a:xfrm xmlns:a="http://schemas.openxmlformats.org/drawingml/2006/main">
            <a:off x="1000125" y="2390775"/>
            <a:ext cx="6238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126950"/>
                </a:solidFill>
                <a:latin typeface="Arial"/>
                <a:ea typeface="Arial"/>
                <a:cs typeface="Arial"/>
              </a:defRPr>
            </a:defPPr>
            <a:lvl1pPr>
              <a:defRPr sz="1350" b="1">
                <a:solidFill>
                  <a:srgbClr val="126950"/>
                </a:solidFill>
                <a:latin typeface="Arial"/>
                <a:ea typeface="Arial"/>
                <a:cs typeface="Arial"/>
              </a:defRPr>
            </a:lvl1pPr>
            <a:lvl2pPr>
              <a:defRPr sz="1350" b="1">
                <a:solidFill>
                  <a:srgbClr val="126950"/>
                </a:solidFill>
                <a:latin typeface="Arial"/>
                <a:ea typeface="Arial"/>
                <a:cs typeface="Arial"/>
              </a:defRPr>
            </a:lvl2pPr>
            <a:lvl3pPr>
              <a:defRPr sz="1350" b="1">
                <a:solidFill>
                  <a:srgbClr val="126950"/>
                </a:solidFill>
                <a:latin typeface="Arial"/>
                <a:ea typeface="Arial"/>
                <a:cs typeface="Arial"/>
              </a:defRPr>
            </a:lvl3pPr>
            <a:lvl4pPr>
              <a:defRPr sz="1350" b="1">
                <a:solidFill>
                  <a:srgbClr val="126950"/>
                </a:solidFill>
                <a:latin typeface="Arial"/>
                <a:ea typeface="Arial"/>
                <a:cs typeface="Arial"/>
              </a:defRPr>
            </a:lvl4pPr>
            <a:lvl5pPr>
              <a:defRPr sz="1350" b="1">
                <a:solidFill>
                  <a:srgbClr val="126950"/>
                </a:solidFill>
                <a:latin typeface="Arial"/>
                <a:ea typeface="Arial"/>
                <a:cs typeface="Arial"/>
              </a:defRPr>
            </a:lvl5pPr>
            <a:lvl6pPr>
              <a:defRPr sz="1350" b="1">
                <a:solidFill>
                  <a:srgbClr val="126950"/>
                </a:solidFill>
                <a:latin typeface="Arial"/>
                <a:ea typeface="Arial"/>
                <a:cs typeface="Arial"/>
              </a:defRPr>
            </a:lvl6pPr>
            <a:lvl7pPr>
              <a:defRPr sz="1350" b="1">
                <a:solidFill>
                  <a:srgbClr val="126950"/>
                </a:solidFill>
                <a:latin typeface="Arial"/>
                <a:ea typeface="Arial"/>
                <a:cs typeface="Arial"/>
              </a:defRPr>
            </a:lvl7pPr>
            <a:lvl8pPr>
              <a:defRPr sz="1350" b="1">
                <a:solidFill>
                  <a:srgbClr val="126950"/>
                </a:solidFill>
                <a:latin typeface="Arial"/>
                <a:ea typeface="Arial"/>
                <a:cs typeface="Arial"/>
              </a:defRPr>
            </a:lvl8pPr>
            <a:lvl9pPr>
              <a:defRPr sz="1350" b="1">
                <a:solidFill>
                  <a:srgbClr val="126950"/>
                </a:solidFill>
                <a:latin typeface="Arial"/>
                <a:ea typeface="Arial"/>
                <a:cs typeface="Arial"/>
              </a:defRPr>
            </a:lvl9pPr>
          </a:lstStyle>
          <a:p xmlns:a="http://schemas.openxmlformats.org/drawingml/2006/main">
            <a:pPr>
              <a:defRPr sz="1350" b="1">
                <a:solidFill>
                  <a:srgbClr val="126950"/>
                </a:solidFill>
                <a:latin typeface="Arial"/>
                <a:ea typeface="Arial"/>
                <a:cs typeface="Arial"/>
              </a:defRPr>
            </a:pPr>
            <a:r>
              <a:rPr sz="1350" b="1">
                <a:solidFill>
                  <a:srgbClr val="126950"/>
                </a:solidFill>
                <a:latin typeface="Arial"/>
                <a:ea typeface="Arial"/>
                <a:cs typeface="Arial"/>
              </a:rPr>
              <a:t>ТЕКСЕРУ МЫСАЛЫ · СИНТЕТИКАЛЫҚ .test</a:t>
            </a:r>
          </a:p>
        </p:txBody>
      </p:sp>
      <p:sp>
        <p:nvSpPr>
          <p:cNvPr id="9" name="text-30">
            <a:extLst xmlns:a="http://schemas.openxmlformats.org/drawingml/2006/main">
              <a:ext uri="{FF2B5EF4-FFF2-40B4-BE49-F238E27FC236}">
                <a16:creationId xmlns:a16="http://schemas.microsoft.com/office/drawing/2014/main" id="{BD289692-0AD4-4D50-AA7B-CE3199BCF507}"/>
              </a:ext>
            </a:extLst>
          </p:cNvPr>
          <p:cNvSpPr>
            <a:spLocks xmlns:a="http://schemas.openxmlformats.org/drawingml/2006/main" noGrp="1"/>
          </p:cNvSpPr>
          <p:nvPr/>
        </p:nvSpPr>
        <p:spPr>
          <a:xfrm xmlns:a="http://schemas.openxmlformats.org/drawingml/2006/main">
            <a:off x="1000125" y="2857500"/>
            <a:ext cx="62198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71C20"/>
                </a:solidFill>
                <a:latin typeface="Arial"/>
                <a:ea typeface="Arial"/>
                <a:cs typeface="Arial"/>
              </a:defRPr>
            </a:defPPr>
            <a:lvl1pPr>
              <a:defRPr sz="2325" b="1">
                <a:solidFill>
                  <a:srgbClr val="071C20"/>
                </a:solidFill>
                <a:latin typeface="Arial"/>
                <a:ea typeface="Arial"/>
                <a:cs typeface="Arial"/>
              </a:defRPr>
            </a:lvl1pPr>
            <a:lvl2pPr>
              <a:defRPr sz="2325" b="1">
                <a:solidFill>
                  <a:srgbClr val="071C20"/>
                </a:solidFill>
                <a:latin typeface="Arial"/>
                <a:ea typeface="Arial"/>
                <a:cs typeface="Arial"/>
              </a:defRPr>
            </a:lvl2pPr>
            <a:lvl3pPr>
              <a:defRPr sz="2325" b="1">
                <a:solidFill>
                  <a:srgbClr val="071C20"/>
                </a:solidFill>
                <a:latin typeface="Arial"/>
                <a:ea typeface="Arial"/>
                <a:cs typeface="Arial"/>
              </a:defRPr>
            </a:lvl3pPr>
            <a:lvl4pPr>
              <a:defRPr sz="2325" b="1">
                <a:solidFill>
                  <a:srgbClr val="071C20"/>
                </a:solidFill>
                <a:latin typeface="Arial"/>
                <a:ea typeface="Arial"/>
                <a:cs typeface="Arial"/>
              </a:defRPr>
            </a:lvl4pPr>
            <a:lvl5pPr>
              <a:defRPr sz="2325" b="1">
                <a:solidFill>
                  <a:srgbClr val="071C20"/>
                </a:solidFill>
                <a:latin typeface="Arial"/>
                <a:ea typeface="Arial"/>
                <a:cs typeface="Arial"/>
              </a:defRPr>
            </a:lvl5pPr>
            <a:lvl6pPr>
              <a:defRPr sz="2325" b="1">
                <a:solidFill>
                  <a:srgbClr val="071C20"/>
                </a:solidFill>
                <a:latin typeface="Arial"/>
                <a:ea typeface="Arial"/>
                <a:cs typeface="Arial"/>
              </a:defRPr>
            </a:lvl6pPr>
            <a:lvl7pPr>
              <a:defRPr sz="2325" b="1">
                <a:solidFill>
                  <a:srgbClr val="071C20"/>
                </a:solidFill>
                <a:latin typeface="Arial"/>
                <a:ea typeface="Arial"/>
                <a:cs typeface="Arial"/>
              </a:defRPr>
            </a:lvl7pPr>
            <a:lvl8pPr>
              <a:defRPr sz="2325" b="1">
                <a:solidFill>
                  <a:srgbClr val="071C20"/>
                </a:solidFill>
                <a:latin typeface="Arial"/>
                <a:ea typeface="Arial"/>
                <a:cs typeface="Arial"/>
              </a:defRPr>
            </a:lvl8pPr>
            <a:lvl9pPr>
              <a:defRPr sz="2325" b="1">
                <a:solidFill>
                  <a:srgbClr val="071C20"/>
                </a:solidFill>
                <a:latin typeface="Arial"/>
                <a:ea typeface="Arial"/>
                <a:cs typeface="Arial"/>
              </a:defRPr>
            </a:lvl9pPr>
          </a:lstStyle>
          <a:p xmlns:a="http://schemas.openxmlformats.org/drawingml/2006/main">
            <a:pPr>
              <a:defRPr sz="2325" b="1">
                <a:solidFill>
                  <a:srgbClr val="071C20"/>
                </a:solidFill>
                <a:latin typeface="Arial"/>
                <a:ea typeface="Arial"/>
                <a:cs typeface="Arial"/>
              </a:defRPr>
            </a:pPr>
            <a:r>
              <a:rPr sz="2325" b="1">
                <a:solidFill>
                  <a:srgbClr val="071C20"/>
                </a:solidFill>
                <a:latin typeface="Arial"/>
                <a:ea typeface="Arial"/>
                <a:cs typeface="Arial"/>
              </a:rPr>
              <a:t>«Бонус 200%. QALA7 кодын ал.</a:t>
            </a:r>
          </a:p>
          <a:p xmlns:a="http://schemas.openxmlformats.org/drawingml/2006/main">
            <a:pPr>
              <a:defRPr sz="2325" b="1">
                <a:solidFill>
                  <a:srgbClr val="071C20"/>
                </a:solidFill>
                <a:latin typeface="Arial"/>
                <a:ea typeface="Arial"/>
                <a:cs typeface="Arial"/>
              </a:defRPr>
            </a:pPr>
            <a:r>
              <a:rPr sz="2325" b="1">
                <a:solidFill>
                  <a:srgbClr val="071C20"/>
                </a:solidFill>
                <a:latin typeface="Arial"/>
                <a:ea typeface="Arial"/>
                <a:cs typeface="Arial"/>
              </a:rPr>
              <a:t>https://go.safetrace.test/r/q7»</a:t>
            </a:r>
          </a:p>
        </p:txBody>
      </p:sp>
      <p:sp>
        <p:nvSpPr>
          <p:cNvPr id="10" name="shape-31">
            <a:extLst xmlns:a="http://schemas.openxmlformats.org/drawingml/2006/main">
              <a:ext uri="{FF2B5EF4-FFF2-40B4-BE49-F238E27FC236}">
                <a16:creationId xmlns:a16="http://schemas.microsoft.com/office/drawing/2014/main" id="{DDE1E325-92FF-40FB-82F4-93961AC62A0A}"/>
              </a:ext>
            </a:extLst>
          </p:cNvPr>
          <p:cNvSpPr>
            <a:spLocks xmlns:a="http://schemas.openxmlformats.org/drawingml/2006/main" noGrp="1"/>
          </p:cNvSpPr>
          <p:nvPr/>
        </p:nvSpPr>
        <p:spPr>
          <a:xfrm xmlns:a="http://schemas.openxmlformats.org/drawingml/2006/main">
            <a:off x="1000125" y="4038600"/>
            <a:ext cx="1857375"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AD8CF"/>
            </a:solidFill>
          </a:ln>
        </p:spPr>
      </p:sp>
      <p:sp>
        <p:nvSpPr>
          <p:cNvPr id="11" name="text-32">
            <a:extLst xmlns:a="http://schemas.openxmlformats.org/drawingml/2006/main">
              <a:ext uri="{FF2B5EF4-FFF2-40B4-BE49-F238E27FC236}">
                <a16:creationId xmlns:a16="http://schemas.microsoft.com/office/drawing/2014/main" id="{3D7E7FD7-6E83-44F7-9003-F228AF5BD332}"/>
              </a:ext>
            </a:extLst>
          </p:cNvPr>
          <p:cNvSpPr>
            <a:spLocks xmlns:a="http://schemas.openxmlformats.org/drawingml/2006/main" noGrp="1"/>
          </p:cNvSpPr>
          <p:nvPr/>
        </p:nvSpPr>
        <p:spPr>
          <a:xfrm xmlns:a="http://schemas.openxmlformats.org/drawingml/2006/main">
            <a:off x="1171575" y="4219575"/>
            <a:ext cx="152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71C20"/>
                </a:solidFill>
                <a:latin typeface="Arial"/>
                <a:ea typeface="Arial"/>
                <a:cs typeface="Arial"/>
              </a:defRPr>
            </a:defPPr>
            <a:lvl1pPr>
              <a:defRPr sz="1875" b="1">
                <a:solidFill>
                  <a:srgbClr val="071C20"/>
                </a:solidFill>
                <a:latin typeface="Arial"/>
                <a:ea typeface="Arial"/>
                <a:cs typeface="Arial"/>
              </a:defRPr>
            </a:lvl1pPr>
            <a:lvl2pPr>
              <a:defRPr sz="1875" b="1">
                <a:solidFill>
                  <a:srgbClr val="071C20"/>
                </a:solidFill>
                <a:latin typeface="Arial"/>
                <a:ea typeface="Arial"/>
                <a:cs typeface="Arial"/>
              </a:defRPr>
            </a:lvl2pPr>
            <a:lvl3pPr>
              <a:defRPr sz="1875" b="1">
                <a:solidFill>
                  <a:srgbClr val="071C20"/>
                </a:solidFill>
                <a:latin typeface="Arial"/>
                <a:ea typeface="Arial"/>
                <a:cs typeface="Arial"/>
              </a:defRPr>
            </a:lvl3pPr>
            <a:lvl4pPr>
              <a:defRPr sz="1875" b="1">
                <a:solidFill>
                  <a:srgbClr val="071C20"/>
                </a:solidFill>
                <a:latin typeface="Arial"/>
                <a:ea typeface="Arial"/>
                <a:cs typeface="Arial"/>
              </a:defRPr>
            </a:lvl4pPr>
            <a:lvl5pPr>
              <a:defRPr sz="1875" b="1">
                <a:solidFill>
                  <a:srgbClr val="071C20"/>
                </a:solidFill>
                <a:latin typeface="Arial"/>
                <a:ea typeface="Arial"/>
                <a:cs typeface="Arial"/>
              </a:defRPr>
            </a:lvl5pPr>
            <a:lvl6pPr>
              <a:defRPr sz="1875" b="1">
                <a:solidFill>
                  <a:srgbClr val="071C20"/>
                </a:solidFill>
                <a:latin typeface="Arial"/>
                <a:ea typeface="Arial"/>
                <a:cs typeface="Arial"/>
              </a:defRPr>
            </a:lvl6pPr>
            <a:lvl7pPr>
              <a:defRPr sz="1875" b="1">
                <a:solidFill>
                  <a:srgbClr val="071C20"/>
                </a:solidFill>
                <a:latin typeface="Arial"/>
                <a:ea typeface="Arial"/>
                <a:cs typeface="Arial"/>
              </a:defRPr>
            </a:lvl7pPr>
            <a:lvl8pPr>
              <a:defRPr sz="1875" b="1">
                <a:solidFill>
                  <a:srgbClr val="071C20"/>
                </a:solidFill>
                <a:latin typeface="Arial"/>
                <a:ea typeface="Arial"/>
                <a:cs typeface="Arial"/>
              </a:defRPr>
            </a:lvl8pPr>
            <a:lvl9pPr>
              <a:defRPr sz="1875" b="1">
                <a:solidFill>
                  <a:srgbClr val="071C20"/>
                </a:solidFill>
                <a:latin typeface="Arial"/>
                <a:ea typeface="Arial"/>
                <a:cs typeface="Arial"/>
              </a:defRPr>
            </a:lvl9pPr>
          </a:lstStyle>
          <a:p xmlns:a="http://schemas.openxmlformats.org/drawingml/2006/main">
            <a:pPr>
              <a:defRPr sz="1875" b="1">
                <a:solidFill>
                  <a:srgbClr val="071C20"/>
                </a:solidFill>
                <a:latin typeface="Arial"/>
                <a:ea typeface="Arial"/>
                <a:cs typeface="Arial"/>
              </a:defRPr>
            </a:pPr>
            <a:r>
              <a:rPr sz="1875" b="1">
                <a:solidFill>
                  <a:srgbClr val="071C20"/>
                </a:solidFill>
                <a:latin typeface="Arial"/>
                <a:ea typeface="Arial"/>
                <a:cs typeface="Arial"/>
              </a:rPr>
              <a:t>Материал</a:t>
            </a:r>
          </a:p>
        </p:txBody>
      </p:sp>
      <p:sp>
        <p:nvSpPr>
          <p:cNvPr id="12" name="text-33">
            <a:extLst xmlns:a="http://schemas.openxmlformats.org/drawingml/2006/main">
              <a:ext uri="{FF2B5EF4-FFF2-40B4-BE49-F238E27FC236}">
                <a16:creationId xmlns:a16="http://schemas.microsoft.com/office/drawing/2014/main" id="{AA285C64-7538-4BBB-9181-CD28CB9E4994}"/>
              </a:ext>
            </a:extLst>
          </p:cNvPr>
          <p:cNvSpPr>
            <a:spLocks xmlns:a="http://schemas.openxmlformats.org/drawingml/2006/main" noGrp="1"/>
          </p:cNvSpPr>
          <p:nvPr/>
        </p:nvSpPr>
        <p:spPr>
          <a:xfrm xmlns:a="http://schemas.openxmlformats.org/drawingml/2006/main">
            <a:off x="2962275" y="4210050"/>
            <a:ext cx="390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26950"/>
                </a:solidFill>
                <a:latin typeface="Arial"/>
                <a:ea typeface="Arial"/>
                <a:cs typeface="Arial"/>
              </a:defRPr>
            </a:defPPr>
            <a:lvl1pPr>
              <a:defRPr sz="2700" b="1">
                <a:solidFill>
                  <a:srgbClr val="126950"/>
                </a:solidFill>
                <a:latin typeface="Arial"/>
                <a:ea typeface="Arial"/>
                <a:cs typeface="Arial"/>
              </a:defRPr>
            </a:lvl1pPr>
            <a:lvl2pPr>
              <a:defRPr sz="2700" b="1">
                <a:solidFill>
                  <a:srgbClr val="126950"/>
                </a:solidFill>
                <a:latin typeface="Arial"/>
                <a:ea typeface="Arial"/>
                <a:cs typeface="Arial"/>
              </a:defRPr>
            </a:lvl2pPr>
            <a:lvl3pPr>
              <a:defRPr sz="2700" b="1">
                <a:solidFill>
                  <a:srgbClr val="126950"/>
                </a:solidFill>
                <a:latin typeface="Arial"/>
                <a:ea typeface="Arial"/>
                <a:cs typeface="Arial"/>
              </a:defRPr>
            </a:lvl3pPr>
            <a:lvl4pPr>
              <a:defRPr sz="2700" b="1">
                <a:solidFill>
                  <a:srgbClr val="126950"/>
                </a:solidFill>
                <a:latin typeface="Arial"/>
                <a:ea typeface="Arial"/>
                <a:cs typeface="Arial"/>
              </a:defRPr>
            </a:lvl4pPr>
            <a:lvl5pPr>
              <a:defRPr sz="2700" b="1">
                <a:solidFill>
                  <a:srgbClr val="126950"/>
                </a:solidFill>
                <a:latin typeface="Arial"/>
                <a:ea typeface="Arial"/>
                <a:cs typeface="Arial"/>
              </a:defRPr>
            </a:lvl5pPr>
            <a:lvl6pPr>
              <a:defRPr sz="2700" b="1">
                <a:solidFill>
                  <a:srgbClr val="126950"/>
                </a:solidFill>
                <a:latin typeface="Arial"/>
                <a:ea typeface="Arial"/>
                <a:cs typeface="Arial"/>
              </a:defRPr>
            </a:lvl6pPr>
            <a:lvl7pPr>
              <a:defRPr sz="2700" b="1">
                <a:solidFill>
                  <a:srgbClr val="126950"/>
                </a:solidFill>
                <a:latin typeface="Arial"/>
                <a:ea typeface="Arial"/>
                <a:cs typeface="Arial"/>
              </a:defRPr>
            </a:lvl7pPr>
            <a:lvl8pPr>
              <a:defRPr sz="2700" b="1">
                <a:solidFill>
                  <a:srgbClr val="126950"/>
                </a:solidFill>
                <a:latin typeface="Arial"/>
                <a:ea typeface="Arial"/>
                <a:cs typeface="Arial"/>
              </a:defRPr>
            </a:lvl8pPr>
            <a:lvl9pPr>
              <a:defRPr sz="2700" b="1">
                <a:solidFill>
                  <a:srgbClr val="126950"/>
                </a:solidFill>
                <a:latin typeface="Arial"/>
                <a:ea typeface="Arial"/>
                <a:cs typeface="Arial"/>
              </a:defRPr>
            </a:lvl9pPr>
          </a:lstStyle>
          <a:p xmlns:a="http://schemas.openxmlformats.org/drawingml/2006/main">
            <a:pPr>
              <a:defRPr sz="2700" b="1">
                <a:solidFill>
                  <a:srgbClr val="126950"/>
                </a:solidFill>
                <a:latin typeface="Arial"/>
                <a:ea typeface="Arial"/>
                <a:cs typeface="Arial"/>
              </a:defRPr>
            </a:pPr>
            <a:r>
              <a:rPr sz="2700" b="1">
                <a:solidFill>
                  <a:srgbClr val="126950"/>
                </a:solidFill>
                <a:latin typeface="Arial"/>
                <a:ea typeface="Arial"/>
                <a:cs typeface="Arial"/>
              </a:rPr>
              <a:t>→</a:t>
            </a:r>
          </a:p>
        </p:txBody>
      </p:sp>
      <p:sp>
        <p:nvSpPr>
          <p:cNvPr id="13" name="shape-34">
            <a:extLst xmlns:a="http://schemas.openxmlformats.org/drawingml/2006/main">
              <a:ext uri="{FF2B5EF4-FFF2-40B4-BE49-F238E27FC236}">
                <a16:creationId xmlns:a16="http://schemas.microsoft.com/office/drawing/2014/main" id="{B7FAA823-321C-409C-81BD-CF5425C3FFB1}"/>
              </a:ext>
            </a:extLst>
          </p:cNvPr>
          <p:cNvSpPr>
            <a:spLocks xmlns:a="http://schemas.openxmlformats.org/drawingml/2006/main" noGrp="1"/>
          </p:cNvSpPr>
          <p:nvPr/>
        </p:nvSpPr>
        <p:spPr>
          <a:xfrm xmlns:a="http://schemas.openxmlformats.org/drawingml/2006/main">
            <a:off x="3390900" y="4038600"/>
            <a:ext cx="1857375"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AD8CF"/>
            </a:solidFill>
          </a:ln>
        </p:spPr>
      </p:sp>
      <p:sp>
        <p:nvSpPr>
          <p:cNvPr id="14" name="text-35">
            <a:extLst xmlns:a="http://schemas.openxmlformats.org/drawingml/2006/main">
              <a:ext uri="{FF2B5EF4-FFF2-40B4-BE49-F238E27FC236}">
                <a16:creationId xmlns:a16="http://schemas.microsoft.com/office/drawing/2014/main" id="{CB1968C2-B401-4875-B186-7FEC8ED418D6}"/>
              </a:ext>
            </a:extLst>
          </p:cNvPr>
          <p:cNvSpPr>
            <a:spLocks xmlns:a="http://schemas.openxmlformats.org/drawingml/2006/main" noGrp="1"/>
          </p:cNvSpPr>
          <p:nvPr/>
        </p:nvSpPr>
        <p:spPr>
          <a:xfrm xmlns:a="http://schemas.openxmlformats.org/drawingml/2006/main">
            <a:off x="3562350" y="4219575"/>
            <a:ext cx="154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71C20"/>
                </a:solidFill>
                <a:latin typeface="Arial"/>
                <a:ea typeface="Arial"/>
                <a:cs typeface="Arial"/>
              </a:defRPr>
            </a:defPPr>
            <a:lvl1pPr>
              <a:defRPr sz="1875" b="1">
                <a:solidFill>
                  <a:srgbClr val="071C20"/>
                </a:solidFill>
                <a:latin typeface="Arial"/>
                <a:ea typeface="Arial"/>
                <a:cs typeface="Arial"/>
              </a:defRPr>
            </a:lvl1pPr>
            <a:lvl2pPr>
              <a:defRPr sz="1875" b="1">
                <a:solidFill>
                  <a:srgbClr val="071C20"/>
                </a:solidFill>
                <a:latin typeface="Arial"/>
                <a:ea typeface="Arial"/>
                <a:cs typeface="Arial"/>
              </a:defRPr>
            </a:lvl2pPr>
            <a:lvl3pPr>
              <a:defRPr sz="1875" b="1">
                <a:solidFill>
                  <a:srgbClr val="071C20"/>
                </a:solidFill>
                <a:latin typeface="Arial"/>
                <a:ea typeface="Arial"/>
                <a:cs typeface="Arial"/>
              </a:defRPr>
            </a:lvl3pPr>
            <a:lvl4pPr>
              <a:defRPr sz="1875" b="1">
                <a:solidFill>
                  <a:srgbClr val="071C20"/>
                </a:solidFill>
                <a:latin typeface="Arial"/>
                <a:ea typeface="Arial"/>
                <a:cs typeface="Arial"/>
              </a:defRPr>
            </a:lvl4pPr>
            <a:lvl5pPr>
              <a:defRPr sz="1875" b="1">
                <a:solidFill>
                  <a:srgbClr val="071C20"/>
                </a:solidFill>
                <a:latin typeface="Arial"/>
                <a:ea typeface="Arial"/>
                <a:cs typeface="Arial"/>
              </a:defRPr>
            </a:lvl5pPr>
            <a:lvl6pPr>
              <a:defRPr sz="1875" b="1">
                <a:solidFill>
                  <a:srgbClr val="071C20"/>
                </a:solidFill>
                <a:latin typeface="Arial"/>
                <a:ea typeface="Arial"/>
                <a:cs typeface="Arial"/>
              </a:defRPr>
            </a:lvl6pPr>
            <a:lvl7pPr>
              <a:defRPr sz="1875" b="1">
                <a:solidFill>
                  <a:srgbClr val="071C20"/>
                </a:solidFill>
                <a:latin typeface="Arial"/>
                <a:ea typeface="Arial"/>
                <a:cs typeface="Arial"/>
              </a:defRPr>
            </a:lvl7pPr>
            <a:lvl8pPr>
              <a:defRPr sz="1875" b="1">
                <a:solidFill>
                  <a:srgbClr val="071C20"/>
                </a:solidFill>
                <a:latin typeface="Arial"/>
                <a:ea typeface="Arial"/>
                <a:cs typeface="Arial"/>
              </a:defRPr>
            </a:lvl8pPr>
            <a:lvl9pPr>
              <a:defRPr sz="1875" b="1">
                <a:solidFill>
                  <a:srgbClr val="071C20"/>
                </a:solidFill>
                <a:latin typeface="Arial"/>
                <a:ea typeface="Arial"/>
                <a:cs typeface="Arial"/>
              </a:defRPr>
            </a:lvl9pPr>
          </a:lstStyle>
          <a:p xmlns:a="http://schemas.openxmlformats.org/drawingml/2006/main">
            <a:pPr>
              <a:defRPr sz="1875" b="1">
                <a:solidFill>
                  <a:srgbClr val="071C20"/>
                </a:solidFill>
                <a:latin typeface="Arial"/>
                <a:ea typeface="Arial"/>
                <a:cs typeface="Arial"/>
              </a:defRPr>
            </a:pPr>
            <a:r>
              <a:rPr sz="1875" b="1">
                <a:solidFill>
                  <a:srgbClr val="071C20"/>
                </a:solidFill>
                <a:latin typeface="Arial"/>
                <a:ea typeface="Arial"/>
                <a:cs typeface="Arial"/>
              </a:rPr>
              <a:t>Аралық бет</a:t>
            </a:r>
          </a:p>
        </p:txBody>
      </p:sp>
      <p:sp>
        <p:nvSpPr>
          <p:cNvPr id="15" name="text-36">
            <a:extLst xmlns:a="http://schemas.openxmlformats.org/drawingml/2006/main">
              <a:ext uri="{FF2B5EF4-FFF2-40B4-BE49-F238E27FC236}">
                <a16:creationId xmlns:a16="http://schemas.microsoft.com/office/drawing/2014/main" id="{58B0794B-4EAA-49A3-9401-9BBF8D841F53}"/>
              </a:ext>
            </a:extLst>
          </p:cNvPr>
          <p:cNvSpPr>
            <a:spLocks xmlns:a="http://schemas.openxmlformats.org/drawingml/2006/main" noGrp="1"/>
          </p:cNvSpPr>
          <p:nvPr/>
        </p:nvSpPr>
        <p:spPr>
          <a:xfrm xmlns:a="http://schemas.openxmlformats.org/drawingml/2006/main">
            <a:off x="5324475" y="4210050"/>
            <a:ext cx="3905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b="1">
                <a:solidFill>
                  <a:srgbClr val="126950"/>
                </a:solidFill>
                <a:latin typeface="Arial"/>
                <a:ea typeface="Arial"/>
                <a:cs typeface="Arial"/>
              </a:defRPr>
            </a:defPPr>
            <a:lvl1pPr>
              <a:defRPr sz="2700" b="1">
                <a:solidFill>
                  <a:srgbClr val="126950"/>
                </a:solidFill>
                <a:latin typeface="Arial"/>
                <a:ea typeface="Arial"/>
                <a:cs typeface="Arial"/>
              </a:defRPr>
            </a:lvl1pPr>
            <a:lvl2pPr>
              <a:defRPr sz="2700" b="1">
                <a:solidFill>
                  <a:srgbClr val="126950"/>
                </a:solidFill>
                <a:latin typeface="Arial"/>
                <a:ea typeface="Arial"/>
                <a:cs typeface="Arial"/>
              </a:defRPr>
            </a:lvl2pPr>
            <a:lvl3pPr>
              <a:defRPr sz="2700" b="1">
                <a:solidFill>
                  <a:srgbClr val="126950"/>
                </a:solidFill>
                <a:latin typeface="Arial"/>
                <a:ea typeface="Arial"/>
                <a:cs typeface="Arial"/>
              </a:defRPr>
            </a:lvl3pPr>
            <a:lvl4pPr>
              <a:defRPr sz="2700" b="1">
                <a:solidFill>
                  <a:srgbClr val="126950"/>
                </a:solidFill>
                <a:latin typeface="Arial"/>
                <a:ea typeface="Arial"/>
                <a:cs typeface="Arial"/>
              </a:defRPr>
            </a:lvl4pPr>
            <a:lvl5pPr>
              <a:defRPr sz="2700" b="1">
                <a:solidFill>
                  <a:srgbClr val="126950"/>
                </a:solidFill>
                <a:latin typeface="Arial"/>
                <a:ea typeface="Arial"/>
                <a:cs typeface="Arial"/>
              </a:defRPr>
            </a:lvl5pPr>
            <a:lvl6pPr>
              <a:defRPr sz="2700" b="1">
                <a:solidFill>
                  <a:srgbClr val="126950"/>
                </a:solidFill>
                <a:latin typeface="Arial"/>
                <a:ea typeface="Arial"/>
                <a:cs typeface="Arial"/>
              </a:defRPr>
            </a:lvl6pPr>
            <a:lvl7pPr>
              <a:defRPr sz="2700" b="1">
                <a:solidFill>
                  <a:srgbClr val="126950"/>
                </a:solidFill>
                <a:latin typeface="Arial"/>
                <a:ea typeface="Arial"/>
                <a:cs typeface="Arial"/>
              </a:defRPr>
            </a:lvl7pPr>
            <a:lvl8pPr>
              <a:defRPr sz="2700" b="1">
                <a:solidFill>
                  <a:srgbClr val="126950"/>
                </a:solidFill>
                <a:latin typeface="Arial"/>
                <a:ea typeface="Arial"/>
                <a:cs typeface="Arial"/>
              </a:defRPr>
            </a:lvl8pPr>
            <a:lvl9pPr>
              <a:defRPr sz="2700" b="1">
                <a:solidFill>
                  <a:srgbClr val="126950"/>
                </a:solidFill>
                <a:latin typeface="Arial"/>
                <a:ea typeface="Arial"/>
                <a:cs typeface="Arial"/>
              </a:defRPr>
            </a:lvl9pPr>
          </a:lstStyle>
          <a:p xmlns:a="http://schemas.openxmlformats.org/drawingml/2006/main">
            <a:pPr>
              <a:defRPr sz="2700" b="1">
                <a:solidFill>
                  <a:srgbClr val="126950"/>
                </a:solidFill>
                <a:latin typeface="Arial"/>
                <a:ea typeface="Arial"/>
                <a:cs typeface="Arial"/>
              </a:defRPr>
            </a:pPr>
            <a:r>
              <a:rPr sz="2700" b="1">
                <a:solidFill>
                  <a:srgbClr val="126950"/>
                </a:solidFill>
                <a:latin typeface="Arial"/>
                <a:ea typeface="Arial"/>
                <a:cs typeface="Arial"/>
              </a:rPr>
              <a:t>→</a:t>
            </a:r>
          </a:p>
        </p:txBody>
      </p:sp>
      <p:sp>
        <p:nvSpPr>
          <p:cNvPr id="16" name="shape-37">
            <a:extLst xmlns:a="http://schemas.openxmlformats.org/drawingml/2006/main">
              <a:ext uri="{FF2B5EF4-FFF2-40B4-BE49-F238E27FC236}">
                <a16:creationId xmlns:a16="http://schemas.microsoft.com/office/drawing/2014/main" id="{106C0EC2-6133-4312-885A-26F2D9678246}"/>
              </a:ext>
            </a:extLst>
          </p:cNvPr>
          <p:cNvSpPr>
            <a:spLocks xmlns:a="http://schemas.openxmlformats.org/drawingml/2006/main" noGrp="1"/>
          </p:cNvSpPr>
          <p:nvPr/>
        </p:nvSpPr>
        <p:spPr>
          <a:xfrm xmlns:a="http://schemas.openxmlformats.org/drawingml/2006/main">
            <a:off x="5753100" y="4038600"/>
            <a:ext cx="1733550" cy="742950"/>
          </a:xfrm>
          <a:prstGeom xmlns:a="http://schemas.openxmlformats.org/drawingml/2006/main" prst="roundRect">
            <a:avLst>
              <a:gd name="adj" fmla="val 10256"/>
            </a:avLst>
          </a:prstGeom>
          <a:solidFill xmlns:a="http://schemas.openxmlformats.org/drawingml/2006/main">
            <a:srgbClr val="FFFFFF"/>
          </a:solidFill>
          <a:ln xmlns:a="http://schemas.openxmlformats.org/drawingml/2006/main" w="9525">
            <a:solidFill>
              <a:srgbClr val="CAD8CF"/>
            </a:solidFill>
          </a:ln>
        </p:spPr>
      </p:sp>
      <p:sp>
        <p:nvSpPr>
          <p:cNvPr id="17" name="text-38">
            <a:extLst xmlns:a="http://schemas.openxmlformats.org/drawingml/2006/main">
              <a:ext uri="{FF2B5EF4-FFF2-40B4-BE49-F238E27FC236}">
                <a16:creationId xmlns:a16="http://schemas.microsoft.com/office/drawing/2014/main" id="{3131444F-4353-4C79-95F3-1FA7BD73EB5E}"/>
              </a:ext>
            </a:extLst>
          </p:cNvPr>
          <p:cNvSpPr>
            <a:spLocks xmlns:a="http://schemas.openxmlformats.org/drawingml/2006/main" noGrp="1"/>
          </p:cNvSpPr>
          <p:nvPr/>
        </p:nvSpPr>
        <p:spPr>
          <a:xfrm xmlns:a="http://schemas.openxmlformats.org/drawingml/2006/main">
            <a:off x="5943600" y="4219575"/>
            <a:ext cx="135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71C20"/>
                </a:solidFill>
                <a:latin typeface="Arial"/>
                <a:ea typeface="Arial"/>
                <a:cs typeface="Arial"/>
              </a:defRPr>
            </a:defPPr>
            <a:lvl1pPr>
              <a:defRPr sz="1875" b="1">
                <a:solidFill>
                  <a:srgbClr val="071C20"/>
                </a:solidFill>
                <a:latin typeface="Arial"/>
                <a:ea typeface="Arial"/>
                <a:cs typeface="Arial"/>
              </a:defRPr>
            </a:lvl1pPr>
            <a:lvl2pPr>
              <a:defRPr sz="1875" b="1">
                <a:solidFill>
                  <a:srgbClr val="071C20"/>
                </a:solidFill>
                <a:latin typeface="Arial"/>
                <a:ea typeface="Arial"/>
                <a:cs typeface="Arial"/>
              </a:defRPr>
            </a:lvl2pPr>
            <a:lvl3pPr>
              <a:defRPr sz="1875" b="1">
                <a:solidFill>
                  <a:srgbClr val="071C20"/>
                </a:solidFill>
                <a:latin typeface="Arial"/>
                <a:ea typeface="Arial"/>
                <a:cs typeface="Arial"/>
              </a:defRPr>
            </a:lvl3pPr>
            <a:lvl4pPr>
              <a:defRPr sz="1875" b="1">
                <a:solidFill>
                  <a:srgbClr val="071C20"/>
                </a:solidFill>
                <a:latin typeface="Arial"/>
                <a:ea typeface="Arial"/>
                <a:cs typeface="Arial"/>
              </a:defRPr>
            </a:lvl4pPr>
            <a:lvl5pPr>
              <a:defRPr sz="1875" b="1">
                <a:solidFill>
                  <a:srgbClr val="071C20"/>
                </a:solidFill>
                <a:latin typeface="Arial"/>
                <a:ea typeface="Arial"/>
                <a:cs typeface="Arial"/>
              </a:defRPr>
            </a:lvl5pPr>
            <a:lvl6pPr>
              <a:defRPr sz="1875" b="1">
                <a:solidFill>
                  <a:srgbClr val="071C20"/>
                </a:solidFill>
                <a:latin typeface="Arial"/>
                <a:ea typeface="Arial"/>
                <a:cs typeface="Arial"/>
              </a:defRPr>
            </a:lvl6pPr>
            <a:lvl7pPr>
              <a:defRPr sz="1875" b="1">
                <a:solidFill>
                  <a:srgbClr val="071C20"/>
                </a:solidFill>
                <a:latin typeface="Arial"/>
                <a:ea typeface="Arial"/>
                <a:cs typeface="Arial"/>
              </a:defRPr>
            </a:lvl7pPr>
            <a:lvl8pPr>
              <a:defRPr sz="1875" b="1">
                <a:solidFill>
                  <a:srgbClr val="071C20"/>
                </a:solidFill>
                <a:latin typeface="Arial"/>
                <a:ea typeface="Arial"/>
                <a:cs typeface="Arial"/>
              </a:defRPr>
            </a:lvl8pPr>
            <a:lvl9pPr>
              <a:defRPr sz="1875" b="1">
                <a:solidFill>
                  <a:srgbClr val="071C20"/>
                </a:solidFill>
                <a:latin typeface="Arial"/>
                <a:ea typeface="Arial"/>
                <a:cs typeface="Arial"/>
              </a:defRPr>
            </a:lvl9pPr>
          </a:lstStyle>
          <a:p xmlns:a="http://schemas.openxmlformats.org/drawingml/2006/main">
            <a:pPr>
              <a:defRPr sz="1875" b="1">
                <a:solidFill>
                  <a:srgbClr val="071C20"/>
                </a:solidFill>
                <a:latin typeface="Arial"/>
                <a:ea typeface="Arial"/>
                <a:cs typeface="Arial"/>
              </a:defRPr>
            </a:pPr>
            <a:r>
              <a:rPr sz="1875" b="1">
                <a:solidFill>
                  <a:srgbClr val="071C20"/>
                </a:solidFill>
                <a:latin typeface="Arial"/>
                <a:ea typeface="Arial"/>
                <a:cs typeface="Arial"/>
              </a:rPr>
              <a:t>Ойын</a:t>
            </a:r>
          </a:p>
        </p:txBody>
      </p:sp>
      <p:sp>
        <p:nvSpPr>
          <p:cNvPr id="18" name="text-39">
            <a:extLst xmlns:a="http://schemas.openxmlformats.org/drawingml/2006/main">
              <a:ext uri="{FF2B5EF4-FFF2-40B4-BE49-F238E27FC236}">
                <a16:creationId xmlns:a16="http://schemas.microsoft.com/office/drawing/2014/main" id="{B76D951A-63C8-49D4-BDED-2C7D7AAAB25D}"/>
              </a:ext>
            </a:extLst>
          </p:cNvPr>
          <p:cNvSpPr>
            <a:spLocks xmlns:a="http://schemas.openxmlformats.org/drawingml/2006/main" noGrp="1"/>
          </p:cNvSpPr>
          <p:nvPr/>
        </p:nvSpPr>
        <p:spPr>
          <a:xfrm xmlns:a="http://schemas.openxmlformats.org/drawingml/2006/main">
            <a:off x="1000125" y="5000625"/>
            <a:ext cx="619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07476"/>
                </a:solidFill>
                <a:latin typeface="Arial"/>
                <a:ea typeface="Arial"/>
                <a:cs typeface="Arial"/>
              </a:defRPr>
            </a:defPPr>
            <a:lvl1pPr>
              <a:defRPr sz="1500" b="0">
                <a:solidFill>
                  <a:srgbClr val="607476"/>
                </a:solidFill>
                <a:latin typeface="Arial"/>
                <a:ea typeface="Arial"/>
                <a:cs typeface="Arial"/>
              </a:defRPr>
            </a:lvl1pPr>
            <a:lvl2pPr>
              <a:defRPr sz="1500" b="0">
                <a:solidFill>
                  <a:srgbClr val="607476"/>
                </a:solidFill>
                <a:latin typeface="Arial"/>
                <a:ea typeface="Arial"/>
                <a:cs typeface="Arial"/>
              </a:defRPr>
            </a:lvl2pPr>
            <a:lvl3pPr>
              <a:defRPr sz="1500" b="0">
                <a:solidFill>
                  <a:srgbClr val="607476"/>
                </a:solidFill>
                <a:latin typeface="Arial"/>
                <a:ea typeface="Arial"/>
                <a:cs typeface="Arial"/>
              </a:defRPr>
            </a:lvl3pPr>
            <a:lvl4pPr>
              <a:defRPr sz="1500" b="0">
                <a:solidFill>
                  <a:srgbClr val="607476"/>
                </a:solidFill>
                <a:latin typeface="Arial"/>
                <a:ea typeface="Arial"/>
                <a:cs typeface="Arial"/>
              </a:defRPr>
            </a:lvl4pPr>
            <a:lvl5pPr>
              <a:defRPr sz="1500" b="0">
                <a:solidFill>
                  <a:srgbClr val="607476"/>
                </a:solidFill>
                <a:latin typeface="Arial"/>
                <a:ea typeface="Arial"/>
                <a:cs typeface="Arial"/>
              </a:defRPr>
            </a:lvl5pPr>
            <a:lvl6pPr>
              <a:defRPr sz="1500" b="0">
                <a:solidFill>
                  <a:srgbClr val="607476"/>
                </a:solidFill>
                <a:latin typeface="Arial"/>
                <a:ea typeface="Arial"/>
                <a:cs typeface="Arial"/>
              </a:defRPr>
            </a:lvl6pPr>
            <a:lvl7pPr>
              <a:defRPr sz="1500" b="0">
                <a:solidFill>
                  <a:srgbClr val="607476"/>
                </a:solidFill>
                <a:latin typeface="Arial"/>
                <a:ea typeface="Arial"/>
                <a:cs typeface="Arial"/>
              </a:defRPr>
            </a:lvl7pPr>
            <a:lvl8pPr>
              <a:defRPr sz="1500" b="0">
                <a:solidFill>
                  <a:srgbClr val="607476"/>
                </a:solidFill>
                <a:latin typeface="Arial"/>
                <a:ea typeface="Arial"/>
                <a:cs typeface="Arial"/>
              </a:defRPr>
            </a:lvl8pPr>
            <a:lvl9pPr>
              <a:defRPr sz="1500" b="0">
                <a:solidFill>
                  <a:srgbClr val="607476"/>
                </a:solidFill>
                <a:latin typeface="Arial"/>
                <a:ea typeface="Arial"/>
                <a:cs typeface="Arial"/>
              </a:defRPr>
            </a:lvl9pPr>
          </a:lstStyle>
          <a:p xmlns:a="http://schemas.openxmlformats.org/drawingml/2006/main">
            <a:pPr>
              <a:defRPr sz="1500" b="0">
                <a:solidFill>
                  <a:srgbClr val="607476"/>
                </a:solidFill>
                <a:latin typeface="Arial"/>
                <a:ea typeface="Arial"/>
                <a:cs typeface="Arial"/>
              </a:defRPr>
            </a:pPr>
            <a:r>
              <a:rPr sz="1500" b="0">
                <a:solidFill>
                  <a:srgbClr val="607476"/>
                </a:solidFill>
                <a:latin typeface="Arial"/>
                <a:ea typeface="Arial"/>
                <a:cs typeface="Arial"/>
              </a:rPr>
              <a:t>Сызба: нақты сайт емес, авторлық оқу маршруты.</a:t>
            </a:r>
          </a:p>
        </p:txBody>
      </p:sp>
      <p:sp>
        <p:nvSpPr>
          <p:cNvPr id="19" name="text-40">
            <a:extLst xmlns:a="http://schemas.openxmlformats.org/drawingml/2006/main">
              <a:ext uri="{FF2B5EF4-FFF2-40B4-BE49-F238E27FC236}">
                <a16:creationId xmlns:a16="http://schemas.microsoft.com/office/drawing/2014/main" id="{5406C01B-ED92-453D-BA1E-780F922582CA}"/>
              </a:ext>
            </a:extLst>
          </p:cNvPr>
          <p:cNvSpPr>
            <a:spLocks xmlns:a="http://schemas.openxmlformats.org/drawingml/2006/main" noGrp="1"/>
          </p:cNvSpPr>
          <p:nvPr/>
        </p:nvSpPr>
        <p:spPr>
          <a:xfrm xmlns:a="http://schemas.openxmlformats.org/drawingml/2006/main">
            <a:off x="7953375" y="2381250"/>
            <a:ext cx="309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71C20"/>
                </a:solidFill>
                <a:latin typeface="Arial"/>
                <a:ea typeface="Arial"/>
                <a:cs typeface="Arial"/>
              </a:defRPr>
            </a:defPPr>
            <a:lvl1pPr>
              <a:defRPr sz="2025" b="1">
                <a:solidFill>
                  <a:srgbClr val="071C20"/>
                </a:solidFill>
                <a:latin typeface="Arial"/>
                <a:ea typeface="Arial"/>
                <a:cs typeface="Arial"/>
              </a:defRPr>
            </a:lvl1pPr>
            <a:lvl2pPr>
              <a:defRPr sz="2025" b="1">
                <a:solidFill>
                  <a:srgbClr val="071C20"/>
                </a:solidFill>
                <a:latin typeface="Arial"/>
                <a:ea typeface="Arial"/>
                <a:cs typeface="Arial"/>
              </a:defRPr>
            </a:lvl2pPr>
            <a:lvl3pPr>
              <a:defRPr sz="2025" b="1">
                <a:solidFill>
                  <a:srgbClr val="071C20"/>
                </a:solidFill>
                <a:latin typeface="Arial"/>
                <a:ea typeface="Arial"/>
                <a:cs typeface="Arial"/>
              </a:defRPr>
            </a:lvl3pPr>
            <a:lvl4pPr>
              <a:defRPr sz="2025" b="1">
                <a:solidFill>
                  <a:srgbClr val="071C20"/>
                </a:solidFill>
                <a:latin typeface="Arial"/>
                <a:ea typeface="Arial"/>
                <a:cs typeface="Arial"/>
              </a:defRPr>
            </a:lvl4pPr>
            <a:lvl5pPr>
              <a:defRPr sz="2025" b="1">
                <a:solidFill>
                  <a:srgbClr val="071C20"/>
                </a:solidFill>
                <a:latin typeface="Arial"/>
                <a:ea typeface="Arial"/>
                <a:cs typeface="Arial"/>
              </a:defRPr>
            </a:lvl5pPr>
            <a:lvl6pPr>
              <a:defRPr sz="2025" b="1">
                <a:solidFill>
                  <a:srgbClr val="071C20"/>
                </a:solidFill>
                <a:latin typeface="Arial"/>
                <a:ea typeface="Arial"/>
                <a:cs typeface="Arial"/>
              </a:defRPr>
            </a:lvl6pPr>
            <a:lvl7pPr>
              <a:defRPr sz="2025" b="1">
                <a:solidFill>
                  <a:srgbClr val="071C20"/>
                </a:solidFill>
                <a:latin typeface="Arial"/>
                <a:ea typeface="Arial"/>
                <a:cs typeface="Arial"/>
              </a:defRPr>
            </a:lvl7pPr>
            <a:lvl8pPr>
              <a:defRPr sz="2025" b="1">
                <a:solidFill>
                  <a:srgbClr val="071C20"/>
                </a:solidFill>
                <a:latin typeface="Arial"/>
                <a:ea typeface="Arial"/>
                <a:cs typeface="Arial"/>
              </a:defRPr>
            </a:lvl8pPr>
            <a:lvl9pPr>
              <a:defRPr sz="2025" b="1">
                <a:solidFill>
                  <a:srgbClr val="071C20"/>
                </a:solidFill>
                <a:latin typeface="Arial"/>
                <a:ea typeface="Arial"/>
                <a:cs typeface="Arial"/>
              </a:defRPr>
            </a:lvl9pPr>
          </a:lstStyle>
          <a:p xmlns:a="http://schemas.openxmlformats.org/drawingml/2006/main">
            <a:pPr>
              <a:defRPr sz="2025" b="1">
                <a:solidFill>
                  <a:srgbClr val="071C20"/>
                </a:solidFill>
                <a:latin typeface="Arial"/>
                <a:ea typeface="Arial"/>
                <a:cs typeface="Arial"/>
              </a:defRPr>
            </a:pPr>
            <a:r>
              <a:rPr sz="2025" b="1">
                <a:solidFill>
                  <a:srgbClr val="071C20"/>
                </a:solidFill>
                <a:latin typeface="Arial"/>
                <a:ea typeface="Arial"/>
                <a:cs typeface="Arial"/>
              </a:rPr>
              <a:t>01  Файл мен дәйексөз сақталады</a:t>
            </a:r>
          </a:p>
        </p:txBody>
      </p:sp>
      <p:sp>
        <p:nvSpPr>
          <p:cNvPr id="20" name="text-41">
            <a:extLst xmlns:a="http://schemas.openxmlformats.org/drawingml/2006/main">
              <a:ext uri="{FF2B5EF4-FFF2-40B4-BE49-F238E27FC236}">
                <a16:creationId xmlns:a16="http://schemas.microsoft.com/office/drawing/2014/main" id="{5F7CB2BA-91AC-417B-9A4F-97B3A785F3D6}"/>
              </a:ext>
            </a:extLst>
          </p:cNvPr>
          <p:cNvSpPr>
            <a:spLocks xmlns:a="http://schemas.openxmlformats.org/drawingml/2006/main" noGrp="1"/>
          </p:cNvSpPr>
          <p:nvPr/>
        </p:nvSpPr>
        <p:spPr>
          <a:xfrm xmlns:a="http://schemas.openxmlformats.org/drawingml/2006/main">
            <a:off x="7953375" y="3267075"/>
            <a:ext cx="309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71C20"/>
                </a:solidFill>
                <a:latin typeface="Arial"/>
                <a:ea typeface="Arial"/>
                <a:cs typeface="Arial"/>
              </a:defRPr>
            </a:defPPr>
            <a:lvl1pPr>
              <a:defRPr sz="2025" b="1">
                <a:solidFill>
                  <a:srgbClr val="071C20"/>
                </a:solidFill>
                <a:latin typeface="Arial"/>
                <a:ea typeface="Arial"/>
                <a:cs typeface="Arial"/>
              </a:defRPr>
            </a:lvl1pPr>
            <a:lvl2pPr>
              <a:defRPr sz="2025" b="1">
                <a:solidFill>
                  <a:srgbClr val="071C20"/>
                </a:solidFill>
                <a:latin typeface="Arial"/>
                <a:ea typeface="Arial"/>
                <a:cs typeface="Arial"/>
              </a:defRPr>
            </a:lvl2pPr>
            <a:lvl3pPr>
              <a:defRPr sz="2025" b="1">
                <a:solidFill>
                  <a:srgbClr val="071C20"/>
                </a:solidFill>
                <a:latin typeface="Arial"/>
                <a:ea typeface="Arial"/>
                <a:cs typeface="Arial"/>
              </a:defRPr>
            </a:lvl3pPr>
            <a:lvl4pPr>
              <a:defRPr sz="2025" b="1">
                <a:solidFill>
                  <a:srgbClr val="071C20"/>
                </a:solidFill>
                <a:latin typeface="Arial"/>
                <a:ea typeface="Arial"/>
                <a:cs typeface="Arial"/>
              </a:defRPr>
            </a:lvl4pPr>
            <a:lvl5pPr>
              <a:defRPr sz="2025" b="1">
                <a:solidFill>
                  <a:srgbClr val="071C20"/>
                </a:solidFill>
                <a:latin typeface="Arial"/>
                <a:ea typeface="Arial"/>
                <a:cs typeface="Arial"/>
              </a:defRPr>
            </a:lvl5pPr>
            <a:lvl6pPr>
              <a:defRPr sz="2025" b="1">
                <a:solidFill>
                  <a:srgbClr val="071C20"/>
                </a:solidFill>
                <a:latin typeface="Arial"/>
                <a:ea typeface="Arial"/>
                <a:cs typeface="Arial"/>
              </a:defRPr>
            </a:lvl6pPr>
            <a:lvl7pPr>
              <a:defRPr sz="2025" b="1">
                <a:solidFill>
                  <a:srgbClr val="071C20"/>
                </a:solidFill>
                <a:latin typeface="Arial"/>
                <a:ea typeface="Arial"/>
                <a:cs typeface="Arial"/>
              </a:defRPr>
            </a:lvl7pPr>
            <a:lvl8pPr>
              <a:defRPr sz="2025" b="1">
                <a:solidFill>
                  <a:srgbClr val="071C20"/>
                </a:solidFill>
                <a:latin typeface="Arial"/>
                <a:ea typeface="Arial"/>
                <a:cs typeface="Arial"/>
              </a:defRPr>
            </a:lvl8pPr>
            <a:lvl9pPr>
              <a:defRPr sz="2025" b="1">
                <a:solidFill>
                  <a:srgbClr val="071C20"/>
                </a:solidFill>
                <a:latin typeface="Arial"/>
                <a:ea typeface="Arial"/>
                <a:cs typeface="Arial"/>
              </a:defRPr>
            </a:lvl9pPr>
          </a:lstStyle>
          <a:p xmlns:a="http://schemas.openxmlformats.org/drawingml/2006/main">
            <a:pPr>
              <a:defRPr sz="2025" b="1">
                <a:solidFill>
                  <a:srgbClr val="071C20"/>
                </a:solidFill>
                <a:latin typeface="Arial"/>
                <a:ea typeface="Arial"/>
                <a:cs typeface="Arial"/>
              </a:defRPr>
            </a:pPr>
            <a:r>
              <a:rPr sz="2025" b="1">
                <a:solidFill>
                  <a:srgbClr val="071C20"/>
                </a:solidFill>
                <a:latin typeface="Arial"/>
                <a:ea typeface="Arial"/>
                <a:cs typeface="Arial"/>
              </a:rPr>
              <a:t>02  URL қадамының әдісі көрінеді</a:t>
            </a:r>
          </a:p>
        </p:txBody>
      </p:sp>
      <p:sp>
        <p:nvSpPr>
          <p:cNvPr id="21" name="text-42">
            <a:extLst xmlns:a="http://schemas.openxmlformats.org/drawingml/2006/main">
              <a:ext uri="{FF2B5EF4-FFF2-40B4-BE49-F238E27FC236}">
                <a16:creationId xmlns:a16="http://schemas.microsoft.com/office/drawing/2014/main" id="{5D6AD91A-1B67-4B19-9DCC-C7F38DC60621}"/>
              </a:ext>
            </a:extLst>
          </p:cNvPr>
          <p:cNvSpPr>
            <a:spLocks xmlns:a="http://schemas.openxmlformats.org/drawingml/2006/main" noGrp="1"/>
          </p:cNvSpPr>
          <p:nvPr/>
        </p:nvSpPr>
        <p:spPr>
          <a:xfrm xmlns:a="http://schemas.openxmlformats.org/drawingml/2006/main">
            <a:off x="7953375" y="4152900"/>
            <a:ext cx="309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071C20"/>
                </a:solidFill>
                <a:latin typeface="Arial"/>
                <a:ea typeface="Arial"/>
                <a:cs typeface="Arial"/>
              </a:defRPr>
            </a:defPPr>
            <a:lvl1pPr>
              <a:defRPr sz="2025" b="1">
                <a:solidFill>
                  <a:srgbClr val="071C20"/>
                </a:solidFill>
                <a:latin typeface="Arial"/>
                <a:ea typeface="Arial"/>
                <a:cs typeface="Arial"/>
              </a:defRPr>
            </a:lvl1pPr>
            <a:lvl2pPr>
              <a:defRPr sz="2025" b="1">
                <a:solidFill>
                  <a:srgbClr val="071C20"/>
                </a:solidFill>
                <a:latin typeface="Arial"/>
                <a:ea typeface="Arial"/>
                <a:cs typeface="Arial"/>
              </a:defRPr>
            </a:lvl2pPr>
            <a:lvl3pPr>
              <a:defRPr sz="2025" b="1">
                <a:solidFill>
                  <a:srgbClr val="071C20"/>
                </a:solidFill>
                <a:latin typeface="Arial"/>
                <a:ea typeface="Arial"/>
                <a:cs typeface="Arial"/>
              </a:defRPr>
            </a:lvl3pPr>
            <a:lvl4pPr>
              <a:defRPr sz="2025" b="1">
                <a:solidFill>
                  <a:srgbClr val="071C20"/>
                </a:solidFill>
                <a:latin typeface="Arial"/>
                <a:ea typeface="Arial"/>
                <a:cs typeface="Arial"/>
              </a:defRPr>
            </a:lvl4pPr>
            <a:lvl5pPr>
              <a:defRPr sz="2025" b="1">
                <a:solidFill>
                  <a:srgbClr val="071C20"/>
                </a:solidFill>
                <a:latin typeface="Arial"/>
                <a:ea typeface="Arial"/>
                <a:cs typeface="Arial"/>
              </a:defRPr>
            </a:lvl5pPr>
            <a:lvl6pPr>
              <a:defRPr sz="2025" b="1">
                <a:solidFill>
                  <a:srgbClr val="071C20"/>
                </a:solidFill>
                <a:latin typeface="Arial"/>
                <a:ea typeface="Arial"/>
                <a:cs typeface="Arial"/>
              </a:defRPr>
            </a:lvl6pPr>
            <a:lvl7pPr>
              <a:defRPr sz="2025" b="1">
                <a:solidFill>
                  <a:srgbClr val="071C20"/>
                </a:solidFill>
                <a:latin typeface="Arial"/>
                <a:ea typeface="Arial"/>
                <a:cs typeface="Arial"/>
              </a:defRPr>
            </a:lvl7pPr>
            <a:lvl8pPr>
              <a:defRPr sz="2025" b="1">
                <a:solidFill>
                  <a:srgbClr val="071C20"/>
                </a:solidFill>
                <a:latin typeface="Arial"/>
                <a:ea typeface="Arial"/>
                <a:cs typeface="Arial"/>
              </a:defRPr>
            </a:lvl8pPr>
            <a:lvl9pPr>
              <a:defRPr sz="2025" b="1">
                <a:solidFill>
                  <a:srgbClr val="071C20"/>
                </a:solidFill>
                <a:latin typeface="Arial"/>
                <a:ea typeface="Arial"/>
                <a:cs typeface="Arial"/>
              </a:defRPr>
            </a:lvl9pPr>
          </a:lstStyle>
          <a:p xmlns:a="http://schemas.openxmlformats.org/drawingml/2006/main">
            <a:pPr>
              <a:defRPr sz="2025" b="1">
                <a:solidFill>
                  <a:srgbClr val="071C20"/>
                </a:solidFill>
                <a:latin typeface="Arial"/>
                <a:ea typeface="Arial"/>
                <a:cs typeface="Arial"/>
              </a:defRPr>
            </a:pPr>
            <a:r>
              <a:rPr sz="2025" b="1">
                <a:solidFill>
                  <a:srgbClr val="071C20"/>
                </a:solidFill>
                <a:latin typeface="Arial"/>
                <a:ea typeface="Arial"/>
                <a:cs typeface="Arial"/>
              </a:rPr>
              <a:t>03  ZIP-досьені жүктеуге болады</a:t>
            </a:r>
          </a:p>
        </p:txBody>
      </p:sp>
      <p:sp>
        <p:nvSpPr>
          <p:cNvPr id="22" name="text-43">
            <a:extLst xmlns:a="http://schemas.openxmlformats.org/drawingml/2006/main">
              <a:ext uri="{FF2B5EF4-FFF2-40B4-BE49-F238E27FC236}">
                <a16:creationId xmlns:a16="http://schemas.microsoft.com/office/drawing/2014/main" id="{2020C7EA-8D33-4A38-99EC-AB0200F9485D}"/>
              </a:ext>
            </a:extLst>
          </p:cNvPr>
          <p:cNvSpPr>
            <a:spLocks xmlns:a="http://schemas.openxmlformats.org/drawingml/2006/main" noGrp="1"/>
          </p:cNvSpPr>
          <p:nvPr/>
        </p:nvSpPr>
        <p:spPr>
          <a:xfrm xmlns:a="http://schemas.openxmlformats.org/drawingml/2006/main">
            <a:off x="609600" y="57721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B44738"/>
                </a:solidFill>
                <a:latin typeface="Arial"/>
                <a:ea typeface="Arial"/>
                <a:cs typeface="Arial"/>
              </a:defRPr>
            </a:defPPr>
            <a:lvl1pPr>
              <a:defRPr sz="1875" b="1">
                <a:solidFill>
                  <a:srgbClr val="B44738"/>
                </a:solidFill>
                <a:latin typeface="Arial"/>
                <a:ea typeface="Arial"/>
                <a:cs typeface="Arial"/>
              </a:defRPr>
            </a:lvl1pPr>
            <a:lvl2pPr>
              <a:defRPr sz="1875" b="1">
                <a:solidFill>
                  <a:srgbClr val="B44738"/>
                </a:solidFill>
                <a:latin typeface="Arial"/>
                <a:ea typeface="Arial"/>
                <a:cs typeface="Arial"/>
              </a:defRPr>
            </a:lvl2pPr>
            <a:lvl3pPr>
              <a:defRPr sz="1875" b="1">
                <a:solidFill>
                  <a:srgbClr val="B44738"/>
                </a:solidFill>
                <a:latin typeface="Arial"/>
                <a:ea typeface="Arial"/>
                <a:cs typeface="Arial"/>
              </a:defRPr>
            </a:lvl3pPr>
            <a:lvl4pPr>
              <a:defRPr sz="1875" b="1">
                <a:solidFill>
                  <a:srgbClr val="B44738"/>
                </a:solidFill>
                <a:latin typeface="Arial"/>
                <a:ea typeface="Arial"/>
                <a:cs typeface="Arial"/>
              </a:defRPr>
            </a:lvl4pPr>
            <a:lvl5pPr>
              <a:defRPr sz="1875" b="1">
                <a:solidFill>
                  <a:srgbClr val="B44738"/>
                </a:solidFill>
                <a:latin typeface="Arial"/>
                <a:ea typeface="Arial"/>
                <a:cs typeface="Arial"/>
              </a:defRPr>
            </a:lvl5pPr>
            <a:lvl6pPr>
              <a:defRPr sz="1875" b="1">
                <a:solidFill>
                  <a:srgbClr val="B44738"/>
                </a:solidFill>
                <a:latin typeface="Arial"/>
                <a:ea typeface="Arial"/>
                <a:cs typeface="Arial"/>
              </a:defRPr>
            </a:lvl6pPr>
            <a:lvl7pPr>
              <a:defRPr sz="1875" b="1">
                <a:solidFill>
                  <a:srgbClr val="B44738"/>
                </a:solidFill>
                <a:latin typeface="Arial"/>
                <a:ea typeface="Arial"/>
                <a:cs typeface="Arial"/>
              </a:defRPr>
            </a:lvl7pPr>
            <a:lvl8pPr>
              <a:defRPr sz="1875" b="1">
                <a:solidFill>
                  <a:srgbClr val="B44738"/>
                </a:solidFill>
                <a:latin typeface="Arial"/>
                <a:ea typeface="Arial"/>
                <a:cs typeface="Arial"/>
              </a:defRPr>
            </a:lvl8pPr>
            <a:lvl9pPr>
              <a:defRPr sz="1875" b="1">
                <a:solidFill>
                  <a:srgbClr val="B44738"/>
                </a:solidFill>
                <a:latin typeface="Arial"/>
                <a:ea typeface="Arial"/>
                <a:cs typeface="Arial"/>
              </a:defRPr>
            </a:lvl9pPr>
          </a:lstStyle>
          <a:p xmlns:a="http://schemas.openxmlformats.org/drawingml/2006/main">
            <a:pPr>
              <a:defRPr sz="1875" b="1">
                <a:solidFill>
                  <a:srgbClr val="B44738"/>
                </a:solidFill>
                <a:latin typeface="Arial"/>
                <a:ea typeface="Arial"/>
                <a:cs typeface="Arial"/>
              </a:defRPr>
            </a:pPr>
            <a:r>
              <a:rPr sz="1875" b="1">
                <a:solidFill>
                  <a:srgbClr val="B44738"/>
                </a:solidFill>
                <a:latin typeface="Arial"/>
                <a:ea typeface="Arial"/>
                <a:cs typeface="Arial"/>
              </a:rPr>
              <a:t>0–100 индексі — тексеру басымдығы. Ол ықтималдық емес.</a:t>
            </a:r>
          </a:p>
        </p:txBody>
      </p:sp>
    </p:spTree>
    <p:extLst>
      <p:ext uri="{BB962C8B-B14F-4D97-AF65-F5344CB8AC3E}">
        <p14:creationId xmlns:p14="http://schemas.microsoft.com/office/powerpoint/2010/main" val="1785636145"/>
      </p:ext>
    </p:extLst>
  </p:cSld>
</p:sld>
</file>

<file path=ppt/slides/slide3.xml><?xml version="1.0" encoding="utf-8"?>
<p:sld xmlns:p="http://schemas.openxmlformats.org/presentationml/2006/main">
  <p:cSld>
    <p:bg>
      <p:bgPr>
        <a:solidFill xmlns:a="http://schemas.openxmlformats.org/drawingml/2006/main">
          <a:srgbClr val="071C20"/>
        </a:solidFill>
      </p:bgPr>
    </p:bg>
    <p:spTree>
      <p:nvGrpSpPr>
        <p:cNvPr id="1" name=""/>
        <p:cNvGrpSpPr/>
        <p:nvPr/>
      </p:nvGrpSpPr>
      <p:grpSpPr>
        <a:xfrm xmlns:a="http://schemas.openxmlformats.org/drawingml/2006/main"/>
      </p:grpSpPr>
      <p:sp>
        <p:nvSpPr>
          <p:cNvPr id="14" name="text-44">
            <a:extLst xmlns:a="http://schemas.openxmlformats.org/drawingml/2006/main">
              <a:ext uri="{FF2B5EF4-FFF2-40B4-BE49-F238E27FC236}">
                <a16:creationId xmlns:a16="http://schemas.microsoft.com/office/drawing/2014/main" id="{58808FFF-A30E-487F-A811-08AE9094D92A}"/>
              </a:ext>
            </a:extLst>
          </p:cNvPr>
          <p:cNvSpPr>
            <a:spLocks xmlns:a="http://schemas.openxmlformats.org/drawingml/2006/main" noGrp="1"/>
          </p:cNvSpPr>
          <p:nvPr/>
        </p:nvSpPr>
        <p:spPr>
          <a:xfrm xmlns:a="http://schemas.openxmlformats.org/drawingml/2006/main">
            <a:off x="609600" y="361950"/>
            <a:ext cx="866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B6EBCF"/>
                </a:solidFill>
                <a:latin typeface="Arial"/>
                <a:ea typeface="Arial"/>
                <a:cs typeface="Arial"/>
              </a:defRPr>
            </a:defPPr>
            <a:lvl1pPr>
              <a:defRPr sz="1350" b="1">
                <a:solidFill>
                  <a:srgbClr val="B6EBCF"/>
                </a:solidFill>
                <a:latin typeface="Arial"/>
                <a:ea typeface="Arial"/>
                <a:cs typeface="Arial"/>
              </a:defRPr>
            </a:lvl1pPr>
            <a:lvl2pPr>
              <a:defRPr sz="1350" b="1">
                <a:solidFill>
                  <a:srgbClr val="B6EBCF"/>
                </a:solidFill>
                <a:latin typeface="Arial"/>
                <a:ea typeface="Arial"/>
                <a:cs typeface="Arial"/>
              </a:defRPr>
            </a:lvl2pPr>
            <a:lvl3pPr>
              <a:defRPr sz="1350" b="1">
                <a:solidFill>
                  <a:srgbClr val="B6EBCF"/>
                </a:solidFill>
                <a:latin typeface="Arial"/>
                <a:ea typeface="Arial"/>
                <a:cs typeface="Arial"/>
              </a:defRPr>
            </a:lvl3pPr>
            <a:lvl4pPr>
              <a:defRPr sz="1350" b="1">
                <a:solidFill>
                  <a:srgbClr val="B6EBCF"/>
                </a:solidFill>
                <a:latin typeface="Arial"/>
                <a:ea typeface="Arial"/>
                <a:cs typeface="Arial"/>
              </a:defRPr>
            </a:lvl4pPr>
            <a:lvl5pPr>
              <a:defRPr sz="1350" b="1">
                <a:solidFill>
                  <a:srgbClr val="B6EBCF"/>
                </a:solidFill>
                <a:latin typeface="Arial"/>
                <a:ea typeface="Arial"/>
                <a:cs typeface="Arial"/>
              </a:defRPr>
            </a:lvl5pPr>
            <a:lvl6pPr>
              <a:defRPr sz="1350" b="1">
                <a:solidFill>
                  <a:srgbClr val="B6EBCF"/>
                </a:solidFill>
                <a:latin typeface="Arial"/>
                <a:ea typeface="Arial"/>
                <a:cs typeface="Arial"/>
              </a:defRPr>
            </a:lvl6pPr>
            <a:lvl7pPr>
              <a:defRPr sz="1350" b="1">
                <a:solidFill>
                  <a:srgbClr val="B6EBCF"/>
                </a:solidFill>
                <a:latin typeface="Arial"/>
                <a:ea typeface="Arial"/>
                <a:cs typeface="Arial"/>
              </a:defRPr>
            </a:lvl7pPr>
            <a:lvl8pPr>
              <a:defRPr sz="1350" b="1">
                <a:solidFill>
                  <a:srgbClr val="B6EBCF"/>
                </a:solidFill>
                <a:latin typeface="Arial"/>
                <a:ea typeface="Arial"/>
                <a:cs typeface="Arial"/>
              </a:defRPr>
            </a:lvl8pPr>
            <a:lvl9pPr>
              <a:defRPr sz="1350" b="1">
                <a:solidFill>
                  <a:srgbClr val="B6EBCF"/>
                </a:solidFill>
                <a:latin typeface="Arial"/>
                <a:ea typeface="Arial"/>
                <a:cs typeface="Arial"/>
              </a:defRPr>
            </a:lvl9pPr>
          </a:lstStyle>
          <a:p xmlns:a="http://schemas.openxmlformats.org/drawingml/2006/main">
            <a:pPr>
              <a:defRPr sz="1350" b="1">
                <a:solidFill>
                  <a:srgbClr val="B6EBCF"/>
                </a:solidFill>
                <a:latin typeface="Arial"/>
                <a:ea typeface="Arial"/>
                <a:cs typeface="Arial"/>
              </a:defRPr>
            </a:pPr>
            <a:r>
              <a:rPr sz="1350" b="1">
                <a:solidFill>
                  <a:srgbClr val="B6EBCF"/>
                </a:solidFill>
                <a:latin typeface="Arial"/>
                <a:ea typeface="Arial"/>
                <a:cs typeface="Arial"/>
              </a:rPr>
              <a:t>SAFENET KZ  /  2-ТРЕК  ·  ЖАСЫРЫН ОЙЫН</a:t>
            </a:r>
          </a:p>
        </p:txBody>
      </p:sp>
      <p:sp>
        <p:nvSpPr>
          <p:cNvPr id="2" name="text-45">
            <a:extLst xmlns:a="http://schemas.openxmlformats.org/drawingml/2006/main">
              <a:ext uri="{FF2B5EF4-FFF2-40B4-BE49-F238E27FC236}">
                <a16:creationId xmlns:a16="http://schemas.microsoft.com/office/drawing/2014/main" id="{2D914153-756F-44FB-9E4A-ED035E70679F}"/>
              </a:ext>
            </a:extLst>
          </p:cNvPr>
          <p:cNvSpPr>
            <a:spLocks xmlns:a="http://schemas.openxmlformats.org/drawingml/2006/main" noGrp="1"/>
          </p:cNvSpPr>
          <p:nvPr/>
        </p:nvSpPr>
        <p:spPr>
          <a:xfrm xmlns:a="http://schemas.openxmlformats.org/drawingml/2006/main">
            <a:off x="609600" y="885825"/>
            <a:ext cx="1081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Қазы өз мәтінін тексере алады</a:t>
            </a:r>
          </a:p>
        </p:txBody>
      </p:sp>
      <p:sp>
        <p:nvSpPr>
          <p:cNvPr id="3" name="text-46">
            <a:extLst xmlns:a="http://schemas.openxmlformats.org/drawingml/2006/main">
              <a:ext uri="{FF2B5EF4-FFF2-40B4-BE49-F238E27FC236}">
                <a16:creationId xmlns:a16="http://schemas.microsoft.com/office/drawing/2014/main" id="{6523F674-68E1-4E84-9666-B790CBB6275D}"/>
              </a:ext>
            </a:extLst>
          </p:cNvPr>
          <p:cNvSpPr>
            <a:spLocks xmlns:a="http://schemas.openxmlformats.org/drawingml/2006/main" noGrp="1"/>
          </p:cNvSpPr>
          <p:nvPr/>
        </p:nvSpPr>
        <p:spPr>
          <a:xfrm xmlns:a="http://schemas.openxmlformats.org/drawingml/2006/main">
            <a:off x="10734675" y="381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B6EBCF"/>
                </a:solidFill>
                <a:latin typeface="Arial"/>
                <a:ea typeface="Arial"/>
                <a:cs typeface="Arial"/>
              </a:defRPr>
            </a:defPPr>
            <a:lvl1pPr>
              <a:defRPr sz="1350" b="1">
                <a:solidFill>
                  <a:srgbClr val="B6EBCF"/>
                </a:solidFill>
                <a:latin typeface="Arial"/>
                <a:ea typeface="Arial"/>
                <a:cs typeface="Arial"/>
              </a:defRPr>
            </a:lvl1pPr>
            <a:lvl2pPr>
              <a:defRPr sz="1350" b="1">
                <a:solidFill>
                  <a:srgbClr val="B6EBCF"/>
                </a:solidFill>
                <a:latin typeface="Arial"/>
                <a:ea typeface="Arial"/>
                <a:cs typeface="Arial"/>
              </a:defRPr>
            </a:lvl2pPr>
            <a:lvl3pPr>
              <a:defRPr sz="1350" b="1">
                <a:solidFill>
                  <a:srgbClr val="B6EBCF"/>
                </a:solidFill>
                <a:latin typeface="Arial"/>
                <a:ea typeface="Arial"/>
                <a:cs typeface="Arial"/>
              </a:defRPr>
            </a:lvl3pPr>
            <a:lvl4pPr>
              <a:defRPr sz="1350" b="1">
                <a:solidFill>
                  <a:srgbClr val="B6EBCF"/>
                </a:solidFill>
                <a:latin typeface="Arial"/>
                <a:ea typeface="Arial"/>
                <a:cs typeface="Arial"/>
              </a:defRPr>
            </a:lvl4pPr>
            <a:lvl5pPr>
              <a:defRPr sz="1350" b="1">
                <a:solidFill>
                  <a:srgbClr val="B6EBCF"/>
                </a:solidFill>
                <a:latin typeface="Arial"/>
                <a:ea typeface="Arial"/>
                <a:cs typeface="Arial"/>
              </a:defRPr>
            </a:lvl5pPr>
            <a:lvl6pPr>
              <a:defRPr sz="1350" b="1">
                <a:solidFill>
                  <a:srgbClr val="B6EBCF"/>
                </a:solidFill>
                <a:latin typeface="Arial"/>
                <a:ea typeface="Arial"/>
                <a:cs typeface="Arial"/>
              </a:defRPr>
            </a:lvl6pPr>
            <a:lvl7pPr>
              <a:defRPr sz="1350" b="1">
                <a:solidFill>
                  <a:srgbClr val="B6EBCF"/>
                </a:solidFill>
                <a:latin typeface="Arial"/>
                <a:ea typeface="Arial"/>
                <a:cs typeface="Arial"/>
              </a:defRPr>
            </a:lvl7pPr>
            <a:lvl8pPr>
              <a:defRPr sz="1350" b="1">
                <a:solidFill>
                  <a:srgbClr val="B6EBCF"/>
                </a:solidFill>
                <a:latin typeface="Arial"/>
                <a:ea typeface="Arial"/>
                <a:cs typeface="Arial"/>
              </a:defRPr>
            </a:lvl8pPr>
            <a:lvl9pPr>
              <a:defRPr sz="1350" b="1">
                <a:solidFill>
                  <a:srgbClr val="B6EBCF"/>
                </a:solidFill>
                <a:latin typeface="Arial"/>
                <a:ea typeface="Arial"/>
                <a:cs typeface="Arial"/>
              </a:defRPr>
            </a:lvl9pPr>
          </a:lstStyle>
          <a:p xmlns:a="http://schemas.openxmlformats.org/drawingml/2006/main">
            <a:pPr>
              <a:defRPr sz="1350" b="1">
                <a:solidFill>
                  <a:srgbClr val="B6EBCF"/>
                </a:solidFill>
                <a:latin typeface="Arial"/>
                <a:ea typeface="Arial"/>
                <a:cs typeface="Arial"/>
              </a:defRPr>
            </a:pPr>
            <a:r>
              <a:rPr sz="1350" b="1">
                <a:solidFill>
                  <a:srgbClr val="B6EBCF"/>
                </a:solidFill>
                <a:latin typeface="Arial"/>
                <a:ea typeface="Arial"/>
                <a:cs typeface="Arial"/>
              </a:rPr>
              <a:t>03 / 06</a:t>
            </a:r>
          </a:p>
        </p:txBody>
      </p:sp>
      <p:sp>
        <p:nvSpPr>
          <p:cNvPr id="4" name="shape-47">
            <a:extLst xmlns:a="http://schemas.openxmlformats.org/drawingml/2006/main">
              <a:ext uri="{FF2B5EF4-FFF2-40B4-BE49-F238E27FC236}">
                <a16:creationId xmlns:a16="http://schemas.microsoft.com/office/drawing/2014/main" id="{BB80CBD2-FCC1-44E8-A11F-761614D6A472}"/>
              </a:ext>
            </a:extLst>
          </p:cNvPr>
          <p:cNvSpPr>
            <a:spLocks xmlns:a="http://schemas.openxmlformats.org/drawingml/2006/main" noGrp="1"/>
          </p:cNvSpPr>
          <p:nvPr/>
        </p:nvSpPr>
        <p:spPr>
          <a:xfrm xmlns:a="http://schemas.openxmlformats.org/drawingml/2006/main">
            <a:off x="609600" y="6381750"/>
            <a:ext cx="10972800" cy="19050"/>
          </a:xfrm>
          <a:prstGeom xmlns:a="http://schemas.openxmlformats.org/drawingml/2006/main" prst="rect">
            <a:avLst/>
          </a:prstGeom>
          <a:solidFill xmlns:a="http://schemas.openxmlformats.org/drawingml/2006/main">
            <a:srgbClr val="3B6460"/>
          </a:solidFill>
          <a:ln xmlns:a="http://schemas.openxmlformats.org/drawingml/2006/main" w="0">
            <a:noFill/>
          </a:ln>
        </p:spPr>
      </p:sp>
      <p:sp>
        <p:nvSpPr>
          <p:cNvPr id="5" name="text-48">
            <a:extLst xmlns:a="http://schemas.openxmlformats.org/drawingml/2006/main">
              <a:ext uri="{FF2B5EF4-FFF2-40B4-BE49-F238E27FC236}">
                <a16:creationId xmlns:a16="http://schemas.microsoft.com/office/drawing/2014/main" id="{E918A281-937E-491C-B2F1-257C1A83AD37}"/>
              </a:ext>
            </a:extLst>
          </p:cNvPr>
          <p:cNvSpPr>
            <a:spLocks xmlns:a="http://schemas.openxmlformats.org/drawingml/2006/main" noGrp="1"/>
          </p:cNvSpPr>
          <p:nvPr/>
        </p:nvSpPr>
        <p:spPr>
          <a:xfrm xmlns:a="http://schemas.openxmlformats.org/drawingml/2006/main">
            <a:off x="609600" y="6467475"/>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DD2C2"/>
                </a:solidFill>
                <a:latin typeface="Arial"/>
                <a:ea typeface="Arial"/>
                <a:cs typeface="Arial"/>
              </a:defRPr>
            </a:defPPr>
            <a:lvl1pPr>
              <a:defRPr sz="1200" b="0">
                <a:solidFill>
                  <a:srgbClr val="ADD2C2"/>
                </a:solidFill>
                <a:latin typeface="Arial"/>
                <a:ea typeface="Arial"/>
                <a:cs typeface="Arial"/>
              </a:defRPr>
            </a:lvl1pPr>
            <a:lvl2pPr>
              <a:defRPr sz="1200" b="0">
                <a:solidFill>
                  <a:srgbClr val="ADD2C2"/>
                </a:solidFill>
                <a:latin typeface="Arial"/>
                <a:ea typeface="Arial"/>
                <a:cs typeface="Arial"/>
              </a:defRPr>
            </a:lvl2pPr>
            <a:lvl3pPr>
              <a:defRPr sz="1200" b="0">
                <a:solidFill>
                  <a:srgbClr val="ADD2C2"/>
                </a:solidFill>
                <a:latin typeface="Arial"/>
                <a:ea typeface="Arial"/>
                <a:cs typeface="Arial"/>
              </a:defRPr>
            </a:lvl3pPr>
            <a:lvl4pPr>
              <a:defRPr sz="1200" b="0">
                <a:solidFill>
                  <a:srgbClr val="ADD2C2"/>
                </a:solidFill>
                <a:latin typeface="Arial"/>
                <a:ea typeface="Arial"/>
                <a:cs typeface="Arial"/>
              </a:defRPr>
            </a:lvl4pPr>
            <a:lvl5pPr>
              <a:defRPr sz="1200" b="0">
                <a:solidFill>
                  <a:srgbClr val="ADD2C2"/>
                </a:solidFill>
                <a:latin typeface="Arial"/>
                <a:ea typeface="Arial"/>
                <a:cs typeface="Arial"/>
              </a:defRPr>
            </a:lvl5pPr>
            <a:lvl6pPr>
              <a:defRPr sz="1200" b="0">
                <a:solidFill>
                  <a:srgbClr val="ADD2C2"/>
                </a:solidFill>
                <a:latin typeface="Arial"/>
                <a:ea typeface="Arial"/>
                <a:cs typeface="Arial"/>
              </a:defRPr>
            </a:lvl6pPr>
            <a:lvl7pPr>
              <a:defRPr sz="1200" b="0">
                <a:solidFill>
                  <a:srgbClr val="ADD2C2"/>
                </a:solidFill>
                <a:latin typeface="Arial"/>
                <a:ea typeface="Arial"/>
                <a:cs typeface="Arial"/>
              </a:defRPr>
            </a:lvl7pPr>
            <a:lvl8pPr>
              <a:defRPr sz="1200" b="0">
                <a:solidFill>
                  <a:srgbClr val="ADD2C2"/>
                </a:solidFill>
                <a:latin typeface="Arial"/>
                <a:ea typeface="Arial"/>
                <a:cs typeface="Arial"/>
              </a:defRPr>
            </a:lvl8pPr>
            <a:lvl9pPr>
              <a:defRPr sz="1200" b="0">
                <a:solidFill>
                  <a:srgbClr val="ADD2C2"/>
                </a:solidFill>
                <a:latin typeface="Arial"/>
                <a:ea typeface="Arial"/>
                <a:cs typeface="Arial"/>
              </a:defRPr>
            </a:lvl9pPr>
          </a:lstStyle>
          <a:p xmlns:a="http://schemas.openxmlformats.org/drawingml/2006/main">
            <a:pPr>
              <a:defRPr sz="1200" b="0">
                <a:solidFill>
                  <a:srgbClr val="ADD2C2"/>
                </a:solidFill>
                <a:latin typeface="Arial"/>
                <a:ea typeface="Arial"/>
                <a:cs typeface="Arial"/>
              </a:defRPr>
            </a:pPr>
            <a:r>
              <a:rPr sz="1200" b="0">
                <a:solidFill>
                  <a:srgbClr val="ADD2C2"/>
                </a:solidFill>
                <a:latin typeface="Arial"/>
                <a:ea typeface="Arial"/>
                <a:cs typeface="Arial"/>
              </a:rPr>
              <a:t>1:30–2:30  ·  60 секунд</a:t>
            </a:r>
          </a:p>
        </p:txBody>
      </p:sp>
      <p:sp>
        <p:nvSpPr>
          <p:cNvPr id="6" name="shape-49">
            <a:extLst xmlns:a="http://schemas.openxmlformats.org/drawingml/2006/main">
              <a:ext uri="{FF2B5EF4-FFF2-40B4-BE49-F238E27FC236}">
                <a16:creationId xmlns:a16="http://schemas.microsoft.com/office/drawing/2014/main" id="{832E4CBE-14AD-4984-A910-A2A6F678639F}"/>
              </a:ext>
            </a:extLst>
          </p:cNvPr>
          <p:cNvSpPr>
            <a:spLocks xmlns:a="http://schemas.openxmlformats.org/drawingml/2006/main" noGrp="1"/>
          </p:cNvSpPr>
          <p:nvPr/>
        </p:nvSpPr>
        <p:spPr>
          <a:xfrm xmlns:a="http://schemas.openxmlformats.org/drawingml/2006/main">
            <a:off x="609600" y="2057400"/>
            <a:ext cx="6572250" cy="3429000"/>
          </a:xfrm>
          <a:prstGeom xmlns:a="http://schemas.openxmlformats.org/drawingml/2006/main" prst="roundRect">
            <a:avLst>
              <a:gd name="adj" fmla="val 2222"/>
            </a:avLst>
          </a:prstGeom>
          <a:solidFill xmlns:a="http://schemas.openxmlformats.org/drawingml/2006/main">
            <a:srgbClr val="0D3031"/>
          </a:solidFill>
          <a:ln xmlns:a="http://schemas.openxmlformats.org/drawingml/2006/main" w="9525">
            <a:solidFill>
              <a:srgbClr val="5B9583"/>
            </a:solidFill>
          </a:ln>
        </p:spPr>
      </p:sp>
      <p:sp>
        <p:nvSpPr>
          <p:cNvPr id="7" name="text-50">
            <a:extLst xmlns:a="http://schemas.openxmlformats.org/drawingml/2006/main">
              <a:ext uri="{FF2B5EF4-FFF2-40B4-BE49-F238E27FC236}">
                <a16:creationId xmlns:a16="http://schemas.microsoft.com/office/drawing/2014/main" id="{5F2E3DB9-D581-457F-847D-36DA58738CDF}"/>
              </a:ext>
            </a:extLst>
          </p:cNvPr>
          <p:cNvSpPr>
            <a:spLocks xmlns:a="http://schemas.openxmlformats.org/drawingml/2006/main" noGrp="1"/>
          </p:cNvSpPr>
          <p:nvPr/>
        </p:nvSpPr>
        <p:spPr>
          <a:xfrm xmlns:a="http://schemas.openxmlformats.org/drawingml/2006/main">
            <a:off x="876300" y="2324100"/>
            <a:ext cx="5810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B6EBCF"/>
                </a:solidFill>
                <a:latin typeface="Arial"/>
                <a:ea typeface="Arial"/>
                <a:cs typeface="Arial"/>
              </a:defRPr>
            </a:defPPr>
            <a:lvl1pPr>
              <a:defRPr sz="1575" b="1">
                <a:solidFill>
                  <a:srgbClr val="B6EBCF"/>
                </a:solidFill>
                <a:latin typeface="Arial"/>
                <a:ea typeface="Arial"/>
                <a:cs typeface="Arial"/>
              </a:defRPr>
            </a:lvl1pPr>
            <a:lvl2pPr>
              <a:defRPr sz="1575" b="1">
                <a:solidFill>
                  <a:srgbClr val="B6EBCF"/>
                </a:solidFill>
                <a:latin typeface="Arial"/>
                <a:ea typeface="Arial"/>
                <a:cs typeface="Arial"/>
              </a:defRPr>
            </a:lvl2pPr>
            <a:lvl3pPr>
              <a:defRPr sz="1575" b="1">
                <a:solidFill>
                  <a:srgbClr val="B6EBCF"/>
                </a:solidFill>
                <a:latin typeface="Arial"/>
                <a:ea typeface="Arial"/>
                <a:cs typeface="Arial"/>
              </a:defRPr>
            </a:lvl3pPr>
            <a:lvl4pPr>
              <a:defRPr sz="1575" b="1">
                <a:solidFill>
                  <a:srgbClr val="B6EBCF"/>
                </a:solidFill>
                <a:latin typeface="Arial"/>
                <a:ea typeface="Arial"/>
                <a:cs typeface="Arial"/>
              </a:defRPr>
            </a:lvl4pPr>
            <a:lvl5pPr>
              <a:defRPr sz="1575" b="1">
                <a:solidFill>
                  <a:srgbClr val="B6EBCF"/>
                </a:solidFill>
                <a:latin typeface="Arial"/>
                <a:ea typeface="Arial"/>
                <a:cs typeface="Arial"/>
              </a:defRPr>
            </a:lvl5pPr>
            <a:lvl6pPr>
              <a:defRPr sz="1575" b="1">
                <a:solidFill>
                  <a:srgbClr val="B6EBCF"/>
                </a:solidFill>
                <a:latin typeface="Arial"/>
                <a:ea typeface="Arial"/>
                <a:cs typeface="Arial"/>
              </a:defRPr>
            </a:lvl6pPr>
            <a:lvl7pPr>
              <a:defRPr sz="1575" b="1">
                <a:solidFill>
                  <a:srgbClr val="B6EBCF"/>
                </a:solidFill>
                <a:latin typeface="Arial"/>
                <a:ea typeface="Arial"/>
                <a:cs typeface="Arial"/>
              </a:defRPr>
            </a:lvl7pPr>
            <a:lvl8pPr>
              <a:defRPr sz="1575" b="1">
                <a:solidFill>
                  <a:srgbClr val="B6EBCF"/>
                </a:solidFill>
                <a:latin typeface="Arial"/>
                <a:ea typeface="Arial"/>
                <a:cs typeface="Arial"/>
              </a:defRPr>
            </a:lvl8pPr>
            <a:lvl9pPr>
              <a:defRPr sz="1575" b="1">
                <a:solidFill>
                  <a:srgbClr val="B6EBCF"/>
                </a:solidFill>
                <a:latin typeface="Arial"/>
                <a:ea typeface="Arial"/>
                <a:cs typeface="Arial"/>
              </a:defRPr>
            </a:lvl9pPr>
          </a:lstStyle>
          <a:p xmlns:a="http://schemas.openxmlformats.org/drawingml/2006/main">
            <a:pPr>
              <a:defRPr sz="1575" b="1">
                <a:solidFill>
                  <a:srgbClr val="B6EBCF"/>
                </a:solidFill>
                <a:latin typeface="Arial"/>
                <a:ea typeface="Arial"/>
                <a:cs typeface="Arial"/>
              </a:defRPr>
            </a:pPr>
            <a:r>
              <a:rPr sz="1575" b="1">
                <a:solidFill>
                  <a:srgbClr val="B6EBCF"/>
                </a:solidFill>
                <a:latin typeface="Arial"/>
                <a:ea typeface="Arial"/>
                <a:cs typeface="Arial"/>
              </a:rPr>
              <a:t>ОНЛАЙН · БРАУЗЕР ІШІНДЕ</a:t>
            </a:r>
          </a:p>
        </p:txBody>
      </p:sp>
      <p:sp>
        <p:nvSpPr>
          <p:cNvPr id="8" name="text-51">
            <a:extLst xmlns:a="http://schemas.openxmlformats.org/drawingml/2006/main">
              <a:ext uri="{FF2B5EF4-FFF2-40B4-BE49-F238E27FC236}">
                <a16:creationId xmlns:a16="http://schemas.microsoft.com/office/drawing/2014/main" id="{F3A61F66-6901-43B1-80E0-3EF290637316}"/>
              </a:ext>
            </a:extLst>
          </p:cNvPr>
          <p:cNvSpPr>
            <a:spLocks xmlns:a="http://schemas.openxmlformats.org/drawingml/2006/main" noGrp="1"/>
          </p:cNvSpPr>
          <p:nvPr/>
        </p:nvSpPr>
        <p:spPr>
          <a:xfrm xmlns:a="http://schemas.openxmlformats.org/drawingml/2006/main">
            <a:off x="876300" y="2981325"/>
            <a:ext cx="585787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FFFFFF"/>
                </a:solidFill>
                <a:latin typeface="Arial"/>
                <a:ea typeface="Arial"/>
                <a:cs typeface="Arial"/>
              </a:defRPr>
            </a:defPPr>
            <a:lvl1pPr>
              <a:defRPr sz="2775" b="1">
                <a:solidFill>
                  <a:srgbClr val="FFFFFF"/>
                </a:solidFill>
                <a:latin typeface="Arial"/>
                <a:ea typeface="Arial"/>
                <a:cs typeface="Arial"/>
              </a:defRPr>
            </a:lvl1pPr>
            <a:lvl2pPr>
              <a:defRPr sz="2775" b="1">
                <a:solidFill>
                  <a:srgbClr val="FFFFFF"/>
                </a:solidFill>
                <a:latin typeface="Arial"/>
                <a:ea typeface="Arial"/>
                <a:cs typeface="Arial"/>
              </a:defRPr>
            </a:lvl2pPr>
            <a:lvl3pPr>
              <a:defRPr sz="2775" b="1">
                <a:solidFill>
                  <a:srgbClr val="FFFFFF"/>
                </a:solidFill>
                <a:latin typeface="Arial"/>
                <a:ea typeface="Arial"/>
                <a:cs typeface="Arial"/>
              </a:defRPr>
            </a:lvl3pPr>
            <a:lvl4pPr>
              <a:defRPr sz="2775" b="1">
                <a:solidFill>
                  <a:srgbClr val="FFFFFF"/>
                </a:solidFill>
                <a:latin typeface="Arial"/>
                <a:ea typeface="Arial"/>
                <a:cs typeface="Arial"/>
              </a:defRPr>
            </a:lvl4pPr>
            <a:lvl5pPr>
              <a:defRPr sz="2775" b="1">
                <a:solidFill>
                  <a:srgbClr val="FFFFFF"/>
                </a:solidFill>
                <a:latin typeface="Arial"/>
                <a:ea typeface="Arial"/>
                <a:cs typeface="Arial"/>
              </a:defRPr>
            </a:lvl5pPr>
            <a:lvl6pPr>
              <a:defRPr sz="2775" b="1">
                <a:solidFill>
                  <a:srgbClr val="FFFFFF"/>
                </a:solidFill>
                <a:latin typeface="Arial"/>
                <a:ea typeface="Arial"/>
                <a:cs typeface="Arial"/>
              </a:defRPr>
            </a:lvl6pPr>
            <a:lvl7pPr>
              <a:defRPr sz="2775" b="1">
                <a:solidFill>
                  <a:srgbClr val="FFFFFF"/>
                </a:solidFill>
                <a:latin typeface="Arial"/>
                <a:ea typeface="Arial"/>
                <a:cs typeface="Arial"/>
              </a:defRPr>
            </a:lvl7pPr>
            <a:lvl8pPr>
              <a:defRPr sz="2775" b="1">
                <a:solidFill>
                  <a:srgbClr val="FFFFFF"/>
                </a:solidFill>
                <a:latin typeface="Arial"/>
                <a:ea typeface="Arial"/>
                <a:cs typeface="Arial"/>
              </a:defRPr>
            </a:lvl8pPr>
            <a:lvl9pPr>
              <a:defRPr sz="2775" b="1">
                <a:solidFill>
                  <a:srgbClr val="FFFFFF"/>
                </a:solidFill>
                <a:latin typeface="Arial"/>
                <a:ea typeface="Arial"/>
                <a:cs typeface="Arial"/>
              </a:defRPr>
            </a:lvl9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Играй в к@зино:</a:t>
            </a:r>
          </a:p>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регистрируйся и забирай бонус!</a:t>
            </a:r>
          </a:p>
        </p:txBody>
      </p:sp>
      <p:sp>
        <p:nvSpPr>
          <p:cNvPr id="9" name="shape-52">
            <a:extLst xmlns:a="http://schemas.openxmlformats.org/drawingml/2006/main">
              <a:ext uri="{FF2B5EF4-FFF2-40B4-BE49-F238E27FC236}">
                <a16:creationId xmlns:a16="http://schemas.microsoft.com/office/drawing/2014/main" id="{D141CBE1-38C2-4873-ABF0-32AAE12B84A4}"/>
              </a:ext>
            </a:extLst>
          </p:cNvPr>
          <p:cNvSpPr>
            <a:spLocks xmlns:a="http://schemas.openxmlformats.org/drawingml/2006/main" noGrp="1"/>
          </p:cNvSpPr>
          <p:nvPr/>
        </p:nvSpPr>
        <p:spPr>
          <a:xfrm xmlns:a="http://schemas.openxmlformats.org/drawingml/2006/main">
            <a:off x="876300" y="4543425"/>
            <a:ext cx="3162300" cy="666750"/>
          </a:xfrm>
          <a:prstGeom xmlns:a="http://schemas.openxmlformats.org/drawingml/2006/main" prst="roundRect">
            <a:avLst>
              <a:gd name="adj" fmla="val 11429"/>
            </a:avLst>
          </a:prstGeom>
          <a:solidFill xmlns:a="http://schemas.openxmlformats.org/drawingml/2006/main">
            <a:srgbClr val="B6EBCF"/>
          </a:solidFill>
          <a:ln xmlns:a="http://schemas.openxmlformats.org/drawingml/2006/main" w="0">
            <a:noFill/>
          </a:ln>
        </p:spPr>
      </p:sp>
      <p:sp>
        <p:nvSpPr>
          <p:cNvPr id="10" name="text-53">
            <a:extLst xmlns:a="http://schemas.openxmlformats.org/drawingml/2006/main">
              <a:ext uri="{FF2B5EF4-FFF2-40B4-BE49-F238E27FC236}">
                <a16:creationId xmlns:a16="http://schemas.microsoft.com/office/drawing/2014/main" id="{ECA9349C-F541-450F-8541-40E5C76F3E19}"/>
              </a:ext>
            </a:extLst>
          </p:cNvPr>
          <p:cNvSpPr>
            <a:spLocks xmlns:a="http://schemas.openxmlformats.org/drawingml/2006/main" noGrp="1"/>
          </p:cNvSpPr>
          <p:nvPr/>
        </p:nvSpPr>
        <p:spPr>
          <a:xfrm xmlns:a="http://schemas.openxmlformats.org/drawingml/2006/main">
            <a:off x="1095375" y="4686300"/>
            <a:ext cx="2771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71C20"/>
                </a:solidFill>
                <a:latin typeface="Arial"/>
                <a:ea typeface="Arial"/>
                <a:cs typeface="Arial"/>
              </a:defRPr>
            </a:defPPr>
            <a:lvl1pPr>
              <a:defRPr sz="2175" b="1">
                <a:solidFill>
                  <a:srgbClr val="071C20"/>
                </a:solidFill>
                <a:latin typeface="Arial"/>
                <a:ea typeface="Arial"/>
                <a:cs typeface="Arial"/>
              </a:defRPr>
            </a:lvl1pPr>
            <a:lvl2pPr>
              <a:defRPr sz="2175" b="1">
                <a:solidFill>
                  <a:srgbClr val="071C20"/>
                </a:solidFill>
                <a:latin typeface="Arial"/>
                <a:ea typeface="Arial"/>
                <a:cs typeface="Arial"/>
              </a:defRPr>
            </a:lvl2pPr>
            <a:lvl3pPr>
              <a:defRPr sz="2175" b="1">
                <a:solidFill>
                  <a:srgbClr val="071C20"/>
                </a:solidFill>
                <a:latin typeface="Arial"/>
                <a:ea typeface="Arial"/>
                <a:cs typeface="Arial"/>
              </a:defRPr>
            </a:lvl3pPr>
            <a:lvl4pPr>
              <a:defRPr sz="2175" b="1">
                <a:solidFill>
                  <a:srgbClr val="071C20"/>
                </a:solidFill>
                <a:latin typeface="Arial"/>
                <a:ea typeface="Arial"/>
                <a:cs typeface="Arial"/>
              </a:defRPr>
            </a:lvl4pPr>
            <a:lvl5pPr>
              <a:defRPr sz="2175" b="1">
                <a:solidFill>
                  <a:srgbClr val="071C20"/>
                </a:solidFill>
                <a:latin typeface="Arial"/>
                <a:ea typeface="Arial"/>
                <a:cs typeface="Arial"/>
              </a:defRPr>
            </a:lvl5pPr>
            <a:lvl6pPr>
              <a:defRPr sz="2175" b="1">
                <a:solidFill>
                  <a:srgbClr val="071C20"/>
                </a:solidFill>
                <a:latin typeface="Arial"/>
                <a:ea typeface="Arial"/>
                <a:cs typeface="Arial"/>
              </a:defRPr>
            </a:lvl6pPr>
            <a:lvl7pPr>
              <a:defRPr sz="2175" b="1">
                <a:solidFill>
                  <a:srgbClr val="071C20"/>
                </a:solidFill>
                <a:latin typeface="Arial"/>
                <a:ea typeface="Arial"/>
                <a:cs typeface="Arial"/>
              </a:defRPr>
            </a:lvl7pPr>
            <a:lvl8pPr>
              <a:defRPr sz="2175" b="1">
                <a:solidFill>
                  <a:srgbClr val="071C20"/>
                </a:solidFill>
                <a:latin typeface="Arial"/>
                <a:ea typeface="Arial"/>
                <a:cs typeface="Arial"/>
              </a:defRPr>
            </a:lvl8pPr>
            <a:lvl9pPr>
              <a:defRPr sz="2175" b="1">
                <a:solidFill>
                  <a:srgbClr val="071C20"/>
                </a:solidFill>
                <a:latin typeface="Arial"/>
                <a:ea typeface="Arial"/>
                <a:cs typeface="Arial"/>
              </a:defRPr>
            </a:lvl9pPr>
          </a:lstStyle>
          <a:p xmlns:a="http://schemas.openxmlformats.org/drawingml/2006/main">
            <a:pPr>
              <a:defRPr sz="2175" b="1">
                <a:solidFill>
                  <a:srgbClr val="071C20"/>
                </a:solidFill>
                <a:latin typeface="Arial"/>
                <a:ea typeface="Arial"/>
                <a:cs typeface="Arial"/>
              </a:defRPr>
            </a:pPr>
            <a:r>
              <a:rPr sz="2175" b="1">
                <a:solidFill>
                  <a:srgbClr val="071C20"/>
                </a:solidFill>
                <a:latin typeface="Arial"/>
                <a:ea typeface="Arial"/>
                <a:cs typeface="Arial"/>
              </a:rPr>
              <a:t>Мәтінді тексеру →</a:t>
            </a:r>
          </a:p>
        </p:txBody>
      </p:sp>
      <p:sp>
        <p:nvSpPr>
          <p:cNvPr id="11" name="text-54">
            <a:extLst xmlns:a="http://schemas.openxmlformats.org/drawingml/2006/main">
              <a:ext uri="{FF2B5EF4-FFF2-40B4-BE49-F238E27FC236}">
                <a16:creationId xmlns:a16="http://schemas.microsoft.com/office/drawing/2014/main" id="{5AC92252-1F75-423C-A842-9982EEA2A26A}"/>
              </a:ext>
            </a:extLst>
          </p:cNvPr>
          <p:cNvSpPr>
            <a:spLocks xmlns:a="http://schemas.openxmlformats.org/drawingml/2006/main" noGrp="1"/>
          </p:cNvSpPr>
          <p:nvPr/>
        </p:nvSpPr>
        <p:spPr>
          <a:xfrm xmlns:a="http://schemas.openxmlformats.org/drawingml/2006/main">
            <a:off x="7562850" y="2295525"/>
            <a:ext cx="39433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FFFFFF"/>
                </a:solidFill>
                <a:latin typeface="Arial"/>
                <a:ea typeface="Arial"/>
                <a:cs typeface="Arial"/>
              </a:defRPr>
            </a:defPPr>
            <a:lvl1pPr>
              <a:defRPr sz="2325" b="1">
                <a:solidFill>
                  <a:srgbClr val="FFFFFF"/>
                </a:solidFill>
                <a:latin typeface="Arial"/>
                <a:ea typeface="Arial"/>
                <a:cs typeface="Arial"/>
              </a:defRPr>
            </a:lvl1pPr>
            <a:lvl2pPr>
              <a:defRPr sz="2325" b="1">
                <a:solidFill>
                  <a:srgbClr val="FFFFFF"/>
                </a:solidFill>
                <a:latin typeface="Arial"/>
                <a:ea typeface="Arial"/>
                <a:cs typeface="Arial"/>
              </a:defRPr>
            </a:lvl2pPr>
            <a:lvl3pPr>
              <a:defRPr sz="2325" b="1">
                <a:solidFill>
                  <a:srgbClr val="FFFFFF"/>
                </a:solidFill>
                <a:latin typeface="Arial"/>
                <a:ea typeface="Arial"/>
                <a:cs typeface="Arial"/>
              </a:defRPr>
            </a:lvl3pPr>
            <a:lvl4pPr>
              <a:defRPr sz="2325" b="1">
                <a:solidFill>
                  <a:srgbClr val="FFFFFF"/>
                </a:solidFill>
                <a:latin typeface="Arial"/>
                <a:ea typeface="Arial"/>
                <a:cs typeface="Arial"/>
              </a:defRPr>
            </a:lvl4pPr>
            <a:lvl5pPr>
              <a:defRPr sz="2325" b="1">
                <a:solidFill>
                  <a:srgbClr val="FFFFFF"/>
                </a:solidFill>
                <a:latin typeface="Arial"/>
                <a:ea typeface="Arial"/>
                <a:cs typeface="Arial"/>
              </a:defRPr>
            </a:lvl5pPr>
            <a:lvl6pPr>
              <a:defRPr sz="2325" b="1">
                <a:solidFill>
                  <a:srgbClr val="FFFFFF"/>
                </a:solidFill>
                <a:latin typeface="Arial"/>
                <a:ea typeface="Arial"/>
                <a:cs typeface="Arial"/>
              </a:defRPr>
            </a:lvl6pPr>
            <a:lvl7pPr>
              <a:defRPr sz="2325" b="1">
                <a:solidFill>
                  <a:srgbClr val="FFFFFF"/>
                </a:solidFill>
                <a:latin typeface="Arial"/>
                <a:ea typeface="Arial"/>
                <a:cs typeface="Arial"/>
              </a:defRPr>
            </a:lvl7pPr>
            <a:lvl8pPr>
              <a:defRPr sz="2325" b="1">
                <a:solidFill>
                  <a:srgbClr val="FFFFFF"/>
                </a:solidFill>
                <a:latin typeface="Arial"/>
                <a:ea typeface="Arial"/>
                <a:cs typeface="Arial"/>
              </a:defRPr>
            </a:lvl8pPr>
            <a:lvl9pPr>
              <a:defRPr sz="2325" b="1">
                <a:solidFill>
                  <a:srgbClr val="FFFFFF"/>
                </a:solidFill>
                <a:latin typeface="Arial"/>
                <a:ea typeface="Arial"/>
                <a:cs typeface="Arial"/>
              </a:defRPr>
            </a:lvl9pPr>
          </a:lstStyle>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Онлайн: мәтіннің жеңіл талдауы.</a:t>
            </a:r>
          </a:p>
          <a:p xmlns:a="http://schemas.openxmlformats.org/drawingml/2006/main">
            <a:pPr>
              <a:defRPr sz="2325" b="1">
                <a:solidFill>
                  <a:srgbClr val="FFFFFF"/>
                </a:solidFill>
                <a:latin typeface="Arial"/>
                <a:ea typeface="Arial"/>
                <a:cs typeface="Arial"/>
              </a:defRPr>
            </a:pPr>
            <a:r>
              <a:rPr sz="2325" b="1">
                <a:solidFill>
                  <a:srgbClr val="FFFFFF"/>
                </a:solidFill>
                <a:latin typeface="Arial"/>
                <a:ea typeface="Arial"/>
                <a:cs typeface="Arial"/>
              </a:rPr>
              <a:t>Мәтін серверге жіберілмейді.</a:t>
            </a:r>
          </a:p>
        </p:txBody>
      </p:sp>
      <p:sp>
        <p:nvSpPr>
          <p:cNvPr id="12" name="text-55">
            <a:extLst xmlns:a="http://schemas.openxmlformats.org/drawingml/2006/main">
              <a:ext uri="{FF2B5EF4-FFF2-40B4-BE49-F238E27FC236}">
                <a16:creationId xmlns:a16="http://schemas.microsoft.com/office/drawing/2014/main" id="{A1D038B2-7744-4B90-B3B9-146594262CF2}"/>
              </a:ext>
            </a:extLst>
          </p:cNvPr>
          <p:cNvSpPr>
            <a:spLocks xmlns:a="http://schemas.openxmlformats.org/drawingml/2006/main" noGrp="1"/>
          </p:cNvSpPr>
          <p:nvPr/>
        </p:nvSpPr>
        <p:spPr>
          <a:xfrm xmlns:a="http://schemas.openxmlformats.org/drawingml/2006/main">
            <a:off x="7562850" y="3724275"/>
            <a:ext cx="39433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B6EBCF"/>
                </a:solidFill>
                <a:latin typeface="Arial"/>
                <a:ea typeface="Arial"/>
                <a:cs typeface="Arial"/>
              </a:defRPr>
            </a:defPPr>
            <a:lvl1pPr>
              <a:defRPr sz="2325" b="1">
                <a:solidFill>
                  <a:srgbClr val="B6EBCF"/>
                </a:solidFill>
                <a:latin typeface="Arial"/>
                <a:ea typeface="Arial"/>
                <a:cs typeface="Arial"/>
              </a:defRPr>
            </a:lvl1pPr>
            <a:lvl2pPr>
              <a:defRPr sz="2325" b="1">
                <a:solidFill>
                  <a:srgbClr val="B6EBCF"/>
                </a:solidFill>
                <a:latin typeface="Arial"/>
                <a:ea typeface="Arial"/>
                <a:cs typeface="Arial"/>
              </a:defRPr>
            </a:lvl2pPr>
            <a:lvl3pPr>
              <a:defRPr sz="2325" b="1">
                <a:solidFill>
                  <a:srgbClr val="B6EBCF"/>
                </a:solidFill>
                <a:latin typeface="Arial"/>
                <a:ea typeface="Arial"/>
                <a:cs typeface="Arial"/>
              </a:defRPr>
            </a:lvl3pPr>
            <a:lvl4pPr>
              <a:defRPr sz="2325" b="1">
                <a:solidFill>
                  <a:srgbClr val="B6EBCF"/>
                </a:solidFill>
                <a:latin typeface="Arial"/>
                <a:ea typeface="Arial"/>
                <a:cs typeface="Arial"/>
              </a:defRPr>
            </a:lvl4pPr>
            <a:lvl5pPr>
              <a:defRPr sz="2325" b="1">
                <a:solidFill>
                  <a:srgbClr val="B6EBCF"/>
                </a:solidFill>
                <a:latin typeface="Arial"/>
                <a:ea typeface="Arial"/>
                <a:cs typeface="Arial"/>
              </a:defRPr>
            </a:lvl5pPr>
            <a:lvl6pPr>
              <a:defRPr sz="2325" b="1">
                <a:solidFill>
                  <a:srgbClr val="B6EBCF"/>
                </a:solidFill>
                <a:latin typeface="Arial"/>
                <a:ea typeface="Arial"/>
                <a:cs typeface="Arial"/>
              </a:defRPr>
            </a:lvl6pPr>
            <a:lvl7pPr>
              <a:defRPr sz="2325" b="1">
                <a:solidFill>
                  <a:srgbClr val="B6EBCF"/>
                </a:solidFill>
                <a:latin typeface="Arial"/>
                <a:ea typeface="Arial"/>
                <a:cs typeface="Arial"/>
              </a:defRPr>
            </a:lvl7pPr>
            <a:lvl8pPr>
              <a:defRPr sz="2325" b="1">
                <a:solidFill>
                  <a:srgbClr val="B6EBCF"/>
                </a:solidFill>
                <a:latin typeface="Arial"/>
                <a:ea typeface="Arial"/>
                <a:cs typeface="Arial"/>
              </a:defRPr>
            </a:lvl8pPr>
            <a:lvl9pPr>
              <a:defRPr sz="2325" b="1">
                <a:solidFill>
                  <a:srgbClr val="B6EBCF"/>
                </a:solidFill>
                <a:latin typeface="Arial"/>
                <a:ea typeface="Arial"/>
                <a:cs typeface="Arial"/>
              </a:defRPr>
            </a:lvl9pPr>
          </a:lstStyle>
          <a:p xmlns:a="http://schemas.openxmlformats.org/drawingml/2006/main">
            <a:pPr>
              <a:defRPr sz="2325" b="1">
                <a:solidFill>
                  <a:srgbClr val="B6EBCF"/>
                </a:solidFill>
                <a:latin typeface="Arial"/>
                <a:ea typeface="Arial"/>
                <a:cs typeface="Arial"/>
              </a:defRPr>
            </a:pPr>
            <a:r>
              <a:rPr sz="2325" b="1">
                <a:solidFill>
                  <a:srgbClr val="B6EBCF"/>
                </a:solidFill>
                <a:latin typeface="Arial"/>
                <a:ea typeface="Arial"/>
                <a:cs typeface="Arial"/>
              </a:rPr>
              <a:t>Жергілікті: жаңа фото, нақты OCR,</a:t>
            </a:r>
          </a:p>
          <a:p xmlns:a="http://schemas.openxmlformats.org/drawingml/2006/main">
            <a:pPr>
              <a:defRPr sz="2325" b="1">
                <a:solidFill>
                  <a:srgbClr val="B6EBCF"/>
                </a:solidFill>
                <a:latin typeface="Arial"/>
                <a:ea typeface="Arial"/>
                <a:cs typeface="Arial"/>
              </a:defRPr>
            </a:pPr>
            <a:r>
              <a:rPr sz="2325" b="1">
                <a:solidFill>
                  <a:srgbClr val="B6EBCF"/>
                </a:solidFill>
                <a:latin typeface="Arial"/>
                <a:ea typeface="Arial"/>
                <a:cs typeface="Arial"/>
              </a:rPr>
              <a:t>сілтемелер және толық досье.</a:t>
            </a:r>
          </a:p>
        </p:txBody>
      </p:sp>
      <p:sp>
        <p:nvSpPr>
          <p:cNvPr id="13" name="text-56">
            <a:extLst xmlns:a="http://schemas.openxmlformats.org/drawingml/2006/main">
              <a:ext uri="{FF2B5EF4-FFF2-40B4-BE49-F238E27FC236}">
                <a16:creationId xmlns:a16="http://schemas.microsoft.com/office/drawing/2014/main" id="{41A4964D-6834-4697-B3C2-484477864239}"/>
              </a:ext>
            </a:extLst>
          </p:cNvPr>
          <p:cNvSpPr>
            <a:spLocks xmlns:a="http://schemas.openxmlformats.org/drawingml/2006/main" noGrp="1"/>
          </p:cNvSpPr>
          <p:nvPr/>
        </p:nvSpPr>
        <p:spPr>
          <a:xfrm xmlns:a="http://schemas.openxmlformats.org/drawingml/2006/main">
            <a:off x="609600" y="57435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0">
                <a:solidFill>
                  <a:srgbClr val="FFFFFF"/>
                </a:solidFill>
                <a:latin typeface="Arial"/>
                <a:ea typeface="Arial"/>
                <a:cs typeface="Arial"/>
              </a:defRPr>
            </a:defPPr>
            <a:lvl1pPr>
              <a:defRPr sz="1950" b="0">
                <a:solidFill>
                  <a:srgbClr val="FFFFFF"/>
                </a:solidFill>
                <a:latin typeface="Arial"/>
                <a:ea typeface="Arial"/>
                <a:cs typeface="Arial"/>
              </a:defRPr>
            </a:lvl1pPr>
            <a:lvl2pPr>
              <a:defRPr sz="1950" b="0">
                <a:solidFill>
                  <a:srgbClr val="FFFFFF"/>
                </a:solidFill>
                <a:latin typeface="Arial"/>
                <a:ea typeface="Arial"/>
                <a:cs typeface="Arial"/>
              </a:defRPr>
            </a:lvl2pPr>
            <a:lvl3pPr>
              <a:defRPr sz="1950" b="0">
                <a:solidFill>
                  <a:srgbClr val="FFFFFF"/>
                </a:solidFill>
                <a:latin typeface="Arial"/>
                <a:ea typeface="Arial"/>
                <a:cs typeface="Arial"/>
              </a:defRPr>
            </a:lvl3pPr>
            <a:lvl4pPr>
              <a:defRPr sz="1950" b="0">
                <a:solidFill>
                  <a:srgbClr val="FFFFFF"/>
                </a:solidFill>
                <a:latin typeface="Arial"/>
                <a:ea typeface="Arial"/>
                <a:cs typeface="Arial"/>
              </a:defRPr>
            </a:lvl4pPr>
            <a:lvl5pPr>
              <a:defRPr sz="1950" b="0">
                <a:solidFill>
                  <a:srgbClr val="FFFFFF"/>
                </a:solidFill>
                <a:latin typeface="Arial"/>
                <a:ea typeface="Arial"/>
                <a:cs typeface="Arial"/>
              </a:defRPr>
            </a:lvl5pPr>
            <a:lvl6pPr>
              <a:defRPr sz="1950" b="0">
                <a:solidFill>
                  <a:srgbClr val="FFFFFF"/>
                </a:solidFill>
                <a:latin typeface="Arial"/>
                <a:ea typeface="Arial"/>
                <a:cs typeface="Arial"/>
              </a:defRPr>
            </a:lvl6pPr>
            <a:lvl7pPr>
              <a:defRPr sz="1950" b="0">
                <a:solidFill>
                  <a:srgbClr val="FFFFFF"/>
                </a:solidFill>
                <a:latin typeface="Arial"/>
                <a:ea typeface="Arial"/>
                <a:cs typeface="Arial"/>
              </a:defRPr>
            </a:lvl7pPr>
            <a:lvl8pPr>
              <a:defRPr sz="1950" b="0">
                <a:solidFill>
                  <a:srgbClr val="FFFFFF"/>
                </a:solidFill>
                <a:latin typeface="Arial"/>
                <a:ea typeface="Arial"/>
                <a:cs typeface="Arial"/>
              </a:defRPr>
            </a:lvl8pPr>
            <a:lvl9pPr>
              <a:defRPr sz="1950" b="0">
                <a:solidFill>
                  <a:srgbClr val="FFFFFF"/>
                </a:solidFill>
                <a:latin typeface="Arial"/>
                <a:ea typeface="Arial"/>
                <a:cs typeface="Arial"/>
              </a:defRPr>
            </a:lvl9pPr>
          </a:lstStyle>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Қарсы мысал: «Құмар ойын ойнамаңыз! Бұл ескерту».</a:t>
            </a:r>
          </a:p>
        </p:txBody>
      </p:sp>
    </p:spTree>
    <p:extLst>
      <p:ext uri="{BB962C8B-B14F-4D97-AF65-F5344CB8AC3E}">
        <p14:creationId xmlns:p14="http://schemas.microsoft.com/office/powerpoint/2010/main" val="1771058625"/>
      </p:ext>
    </p:extLst>
  </p:cSld>
</p:sld>
</file>

<file path=ppt/slides/slide4.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24" name="text-57">
            <a:extLst xmlns:a="http://schemas.openxmlformats.org/drawingml/2006/main">
              <a:ext uri="{FF2B5EF4-FFF2-40B4-BE49-F238E27FC236}">
                <a16:creationId xmlns:a16="http://schemas.microsoft.com/office/drawing/2014/main" id="{799928A5-C14E-49D9-A55D-990FCE9BCB1A}"/>
              </a:ext>
            </a:extLst>
          </p:cNvPr>
          <p:cNvSpPr>
            <a:spLocks xmlns:a="http://schemas.openxmlformats.org/drawingml/2006/main" noGrp="1"/>
          </p:cNvSpPr>
          <p:nvPr/>
        </p:nvSpPr>
        <p:spPr>
          <a:xfrm xmlns:a="http://schemas.openxmlformats.org/drawingml/2006/main">
            <a:off x="609600" y="361950"/>
            <a:ext cx="866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126950"/>
                </a:solidFill>
                <a:latin typeface="Arial"/>
                <a:ea typeface="Arial"/>
                <a:cs typeface="Arial"/>
              </a:defRPr>
            </a:defPPr>
            <a:lvl1pPr>
              <a:defRPr sz="1350" b="1">
                <a:solidFill>
                  <a:srgbClr val="126950"/>
                </a:solidFill>
                <a:latin typeface="Arial"/>
                <a:ea typeface="Arial"/>
                <a:cs typeface="Arial"/>
              </a:defRPr>
            </a:lvl1pPr>
            <a:lvl2pPr>
              <a:defRPr sz="1350" b="1">
                <a:solidFill>
                  <a:srgbClr val="126950"/>
                </a:solidFill>
                <a:latin typeface="Arial"/>
                <a:ea typeface="Arial"/>
                <a:cs typeface="Arial"/>
              </a:defRPr>
            </a:lvl2pPr>
            <a:lvl3pPr>
              <a:defRPr sz="1350" b="1">
                <a:solidFill>
                  <a:srgbClr val="126950"/>
                </a:solidFill>
                <a:latin typeface="Arial"/>
                <a:ea typeface="Arial"/>
                <a:cs typeface="Arial"/>
              </a:defRPr>
            </a:lvl3pPr>
            <a:lvl4pPr>
              <a:defRPr sz="1350" b="1">
                <a:solidFill>
                  <a:srgbClr val="126950"/>
                </a:solidFill>
                <a:latin typeface="Arial"/>
                <a:ea typeface="Arial"/>
                <a:cs typeface="Arial"/>
              </a:defRPr>
            </a:lvl4pPr>
            <a:lvl5pPr>
              <a:defRPr sz="1350" b="1">
                <a:solidFill>
                  <a:srgbClr val="126950"/>
                </a:solidFill>
                <a:latin typeface="Arial"/>
                <a:ea typeface="Arial"/>
                <a:cs typeface="Arial"/>
              </a:defRPr>
            </a:lvl5pPr>
            <a:lvl6pPr>
              <a:defRPr sz="1350" b="1">
                <a:solidFill>
                  <a:srgbClr val="126950"/>
                </a:solidFill>
                <a:latin typeface="Arial"/>
                <a:ea typeface="Arial"/>
                <a:cs typeface="Arial"/>
              </a:defRPr>
            </a:lvl6pPr>
            <a:lvl7pPr>
              <a:defRPr sz="1350" b="1">
                <a:solidFill>
                  <a:srgbClr val="126950"/>
                </a:solidFill>
                <a:latin typeface="Arial"/>
                <a:ea typeface="Arial"/>
                <a:cs typeface="Arial"/>
              </a:defRPr>
            </a:lvl7pPr>
            <a:lvl8pPr>
              <a:defRPr sz="1350" b="1">
                <a:solidFill>
                  <a:srgbClr val="126950"/>
                </a:solidFill>
                <a:latin typeface="Arial"/>
                <a:ea typeface="Arial"/>
                <a:cs typeface="Arial"/>
              </a:defRPr>
            </a:lvl8pPr>
            <a:lvl9pPr>
              <a:defRPr sz="1350" b="1">
                <a:solidFill>
                  <a:srgbClr val="126950"/>
                </a:solidFill>
                <a:latin typeface="Arial"/>
                <a:ea typeface="Arial"/>
                <a:cs typeface="Arial"/>
              </a:defRPr>
            </a:lvl9pPr>
          </a:lstStyle>
          <a:p xmlns:a="http://schemas.openxmlformats.org/drawingml/2006/main">
            <a:pPr>
              <a:defRPr sz="1350" b="1">
                <a:solidFill>
                  <a:srgbClr val="126950"/>
                </a:solidFill>
                <a:latin typeface="Arial"/>
                <a:ea typeface="Arial"/>
                <a:cs typeface="Arial"/>
              </a:defRPr>
            </a:pPr>
            <a:r>
              <a:rPr sz="1350" b="1">
                <a:solidFill>
                  <a:srgbClr val="126950"/>
                </a:solidFill>
                <a:latin typeface="Arial"/>
                <a:ea typeface="Arial"/>
                <a:cs typeface="Arial"/>
              </a:rPr>
              <a:t>SAFENET KZ  /  2-ТРЕК  ·  ЖАСЫРЫН ОЙЫН</a:t>
            </a:r>
          </a:p>
        </p:txBody>
      </p:sp>
      <p:sp>
        <p:nvSpPr>
          <p:cNvPr id="2" name="text-58">
            <a:extLst xmlns:a="http://schemas.openxmlformats.org/drawingml/2006/main">
              <a:ext uri="{FF2B5EF4-FFF2-40B4-BE49-F238E27FC236}">
                <a16:creationId xmlns:a16="http://schemas.microsoft.com/office/drawing/2014/main" id="{005969DA-76F9-4C00-ABE3-81A873805333}"/>
              </a:ext>
            </a:extLst>
          </p:cNvPr>
          <p:cNvSpPr>
            <a:spLocks xmlns:a="http://schemas.openxmlformats.org/drawingml/2006/main" noGrp="1"/>
          </p:cNvSpPr>
          <p:nvPr/>
        </p:nvSpPr>
        <p:spPr>
          <a:xfrm xmlns:a="http://schemas.openxmlformats.org/drawingml/2006/main">
            <a:off x="609600" y="885825"/>
            <a:ext cx="1081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71C20"/>
                </a:solidFill>
                <a:latin typeface="Arial"/>
                <a:ea typeface="Arial"/>
                <a:cs typeface="Arial"/>
              </a:defRPr>
            </a:defPPr>
            <a:lvl1pPr>
              <a:defRPr sz="3600" b="1">
                <a:solidFill>
                  <a:srgbClr val="071C20"/>
                </a:solidFill>
                <a:latin typeface="Arial"/>
                <a:ea typeface="Arial"/>
                <a:cs typeface="Arial"/>
              </a:defRPr>
            </a:lvl1pPr>
            <a:lvl2pPr>
              <a:defRPr sz="3600" b="1">
                <a:solidFill>
                  <a:srgbClr val="071C20"/>
                </a:solidFill>
                <a:latin typeface="Arial"/>
                <a:ea typeface="Arial"/>
                <a:cs typeface="Arial"/>
              </a:defRPr>
            </a:lvl2pPr>
            <a:lvl3pPr>
              <a:defRPr sz="3600" b="1">
                <a:solidFill>
                  <a:srgbClr val="071C20"/>
                </a:solidFill>
                <a:latin typeface="Arial"/>
                <a:ea typeface="Arial"/>
                <a:cs typeface="Arial"/>
              </a:defRPr>
            </a:lvl3pPr>
            <a:lvl4pPr>
              <a:defRPr sz="3600" b="1">
                <a:solidFill>
                  <a:srgbClr val="071C20"/>
                </a:solidFill>
                <a:latin typeface="Arial"/>
                <a:ea typeface="Arial"/>
                <a:cs typeface="Arial"/>
              </a:defRPr>
            </a:lvl4pPr>
            <a:lvl5pPr>
              <a:defRPr sz="3600" b="1">
                <a:solidFill>
                  <a:srgbClr val="071C20"/>
                </a:solidFill>
                <a:latin typeface="Arial"/>
                <a:ea typeface="Arial"/>
                <a:cs typeface="Arial"/>
              </a:defRPr>
            </a:lvl5pPr>
            <a:lvl6pPr>
              <a:defRPr sz="3600" b="1">
                <a:solidFill>
                  <a:srgbClr val="071C20"/>
                </a:solidFill>
                <a:latin typeface="Arial"/>
                <a:ea typeface="Arial"/>
                <a:cs typeface="Arial"/>
              </a:defRPr>
            </a:lvl6pPr>
            <a:lvl7pPr>
              <a:defRPr sz="3600" b="1">
                <a:solidFill>
                  <a:srgbClr val="071C20"/>
                </a:solidFill>
                <a:latin typeface="Arial"/>
                <a:ea typeface="Arial"/>
                <a:cs typeface="Arial"/>
              </a:defRPr>
            </a:lvl7pPr>
            <a:lvl8pPr>
              <a:defRPr sz="3600" b="1">
                <a:solidFill>
                  <a:srgbClr val="071C20"/>
                </a:solidFill>
                <a:latin typeface="Arial"/>
                <a:ea typeface="Arial"/>
                <a:cs typeface="Arial"/>
              </a:defRPr>
            </a:lvl8pPr>
            <a:lvl9pPr>
              <a:defRPr sz="3600" b="1">
                <a:solidFill>
                  <a:srgbClr val="071C20"/>
                </a:solidFill>
                <a:latin typeface="Arial"/>
                <a:ea typeface="Arial"/>
                <a:cs typeface="Arial"/>
              </a:defRPr>
            </a:lvl9pPr>
          </a:lstStyle>
          <a:p xmlns:a="http://schemas.openxmlformats.org/drawingml/2006/main">
            <a:pPr>
              <a:defRPr sz="3600" b="1">
                <a:solidFill>
                  <a:srgbClr val="071C20"/>
                </a:solidFill>
                <a:latin typeface="Arial"/>
                <a:ea typeface="Arial"/>
                <a:cs typeface="Arial"/>
              </a:defRPr>
            </a:pPr>
            <a:r>
              <a:rPr sz="3600" b="1">
                <a:solidFill>
                  <a:srgbClr val="071C20"/>
                </a:solidFill>
                <a:latin typeface="Arial"/>
                <a:ea typeface="Arial"/>
                <a:cs typeface="Arial"/>
              </a:rPr>
              <a:t>640 жағдайда не өлшенді?</a:t>
            </a:r>
          </a:p>
        </p:txBody>
      </p:sp>
      <p:sp>
        <p:nvSpPr>
          <p:cNvPr id="3" name="text-59">
            <a:extLst xmlns:a="http://schemas.openxmlformats.org/drawingml/2006/main">
              <a:ext uri="{FF2B5EF4-FFF2-40B4-BE49-F238E27FC236}">
                <a16:creationId xmlns:a16="http://schemas.microsoft.com/office/drawing/2014/main" id="{7FEA82C3-3E2E-451F-B94F-ED67891D6F72}"/>
              </a:ext>
            </a:extLst>
          </p:cNvPr>
          <p:cNvSpPr>
            <a:spLocks xmlns:a="http://schemas.openxmlformats.org/drawingml/2006/main" noGrp="1"/>
          </p:cNvSpPr>
          <p:nvPr/>
        </p:nvSpPr>
        <p:spPr>
          <a:xfrm xmlns:a="http://schemas.openxmlformats.org/drawingml/2006/main">
            <a:off x="10734675" y="381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607476"/>
                </a:solidFill>
                <a:latin typeface="Arial"/>
                <a:ea typeface="Arial"/>
                <a:cs typeface="Arial"/>
              </a:defRPr>
            </a:defPPr>
            <a:lvl1pPr>
              <a:defRPr sz="1350" b="1">
                <a:solidFill>
                  <a:srgbClr val="607476"/>
                </a:solidFill>
                <a:latin typeface="Arial"/>
                <a:ea typeface="Arial"/>
                <a:cs typeface="Arial"/>
              </a:defRPr>
            </a:lvl1pPr>
            <a:lvl2pPr>
              <a:defRPr sz="1350" b="1">
                <a:solidFill>
                  <a:srgbClr val="607476"/>
                </a:solidFill>
                <a:latin typeface="Arial"/>
                <a:ea typeface="Arial"/>
                <a:cs typeface="Arial"/>
              </a:defRPr>
            </a:lvl2pPr>
            <a:lvl3pPr>
              <a:defRPr sz="1350" b="1">
                <a:solidFill>
                  <a:srgbClr val="607476"/>
                </a:solidFill>
                <a:latin typeface="Arial"/>
                <a:ea typeface="Arial"/>
                <a:cs typeface="Arial"/>
              </a:defRPr>
            </a:lvl3pPr>
            <a:lvl4pPr>
              <a:defRPr sz="1350" b="1">
                <a:solidFill>
                  <a:srgbClr val="607476"/>
                </a:solidFill>
                <a:latin typeface="Arial"/>
                <a:ea typeface="Arial"/>
                <a:cs typeface="Arial"/>
              </a:defRPr>
            </a:lvl4pPr>
            <a:lvl5pPr>
              <a:defRPr sz="1350" b="1">
                <a:solidFill>
                  <a:srgbClr val="607476"/>
                </a:solidFill>
                <a:latin typeface="Arial"/>
                <a:ea typeface="Arial"/>
                <a:cs typeface="Arial"/>
              </a:defRPr>
            </a:lvl5pPr>
            <a:lvl6pPr>
              <a:defRPr sz="1350" b="1">
                <a:solidFill>
                  <a:srgbClr val="607476"/>
                </a:solidFill>
                <a:latin typeface="Arial"/>
                <a:ea typeface="Arial"/>
                <a:cs typeface="Arial"/>
              </a:defRPr>
            </a:lvl6pPr>
            <a:lvl7pPr>
              <a:defRPr sz="1350" b="1">
                <a:solidFill>
                  <a:srgbClr val="607476"/>
                </a:solidFill>
                <a:latin typeface="Arial"/>
                <a:ea typeface="Arial"/>
                <a:cs typeface="Arial"/>
              </a:defRPr>
            </a:lvl7pPr>
            <a:lvl8pPr>
              <a:defRPr sz="1350" b="1">
                <a:solidFill>
                  <a:srgbClr val="607476"/>
                </a:solidFill>
                <a:latin typeface="Arial"/>
                <a:ea typeface="Arial"/>
                <a:cs typeface="Arial"/>
              </a:defRPr>
            </a:lvl8pPr>
            <a:lvl9pPr>
              <a:defRPr sz="1350" b="1">
                <a:solidFill>
                  <a:srgbClr val="607476"/>
                </a:solidFill>
                <a:latin typeface="Arial"/>
                <a:ea typeface="Arial"/>
                <a:cs typeface="Arial"/>
              </a:defRPr>
            </a:lvl9pPr>
          </a:lstStyle>
          <a:p xmlns:a="http://schemas.openxmlformats.org/drawingml/2006/main">
            <a:pPr>
              <a:defRPr sz="1350" b="1">
                <a:solidFill>
                  <a:srgbClr val="607476"/>
                </a:solidFill>
                <a:latin typeface="Arial"/>
                <a:ea typeface="Arial"/>
                <a:cs typeface="Arial"/>
              </a:defRPr>
            </a:pPr>
            <a:r>
              <a:rPr sz="1350" b="1">
                <a:solidFill>
                  <a:srgbClr val="607476"/>
                </a:solidFill>
                <a:latin typeface="Arial"/>
                <a:ea typeface="Arial"/>
                <a:cs typeface="Arial"/>
              </a:rPr>
              <a:t>04 / 06</a:t>
            </a:r>
          </a:p>
        </p:txBody>
      </p:sp>
      <p:sp>
        <p:nvSpPr>
          <p:cNvPr id="4" name="shape-60">
            <a:extLst xmlns:a="http://schemas.openxmlformats.org/drawingml/2006/main">
              <a:ext uri="{FF2B5EF4-FFF2-40B4-BE49-F238E27FC236}">
                <a16:creationId xmlns:a16="http://schemas.microsoft.com/office/drawing/2014/main" id="{C838F41D-4010-4873-94BA-5FEEE6630ABE}"/>
              </a:ext>
            </a:extLst>
          </p:cNvPr>
          <p:cNvSpPr>
            <a:spLocks xmlns:a="http://schemas.openxmlformats.org/drawingml/2006/main" noGrp="1"/>
          </p:cNvSpPr>
          <p:nvPr/>
        </p:nvSpPr>
        <p:spPr>
          <a:xfrm xmlns:a="http://schemas.openxmlformats.org/drawingml/2006/main">
            <a:off x="609600" y="6381750"/>
            <a:ext cx="10972800" cy="19050"/>
          </a:xfrm>
          <a:prstGeom xmlns:a="http://schemas.openxmlformats.org/drawingml/2006/main" prst="rect">
            <a:avLst/>
          </a:prstGeom>
          <a:solidFill xmlns:a="http://schemas.openxmlformats.org/drawingml/2006/main">
            <a:srgbClr val="CAD8CF"/>
          </a:solidFill>
          <a:ln xmlns:a="http://schemas.openxmlformats.org/drawingml/2006/main" w="0">
            <a:noFill/>
          </a:ln>
        </p:spPr>
      </p:sp>
      <p:sp>
        <p:nvSpPr>
          <p:cNvPr id="5" name="text-61">
            <a:extLst xmlns:a="http://schemas.openxmlformats.org/drawingml/2006/main">
              <a:ext uri="{FF2B5EF4-FFF2-40B4-BE49-F238E27FC236}">
                <a16:creationId xmlns:a16="http://schemas.microsoft.com/office/drawing/2014/main" id="{0BF2E5BF-1F30-40D8-9AD6-501A8F75AF1C}"/>
              </a:ext>
            </a:extLst>
          </p:cNvPr>
          <p:cNvSpPr>
            <a:spLocks xmlns:a="http://schemas.openxmlformats.org/drawingml/2006/main" noGrp="1"/>
          </p:cNvSpPr>
          <p:nvPr/>
        </p:nvSpPr>
        <p:spPr>
          <a:xfrm xmlns:a="http://schemas.openxmlformats.org/drawingml/2006/main">
            <a:off x="609600" y="6467475"/>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607476"/>
                </a:solidFill>
                <a:latin typeface="Arial"/>
                <a:ea typeface="Arial"/>
                <a:cs typeface="Arial"/>
              </a:defRPr>
            </a:defPPr>
            <a:lvl1pPr>
              <a:defRPr sz="1200" b="0">
                <a:solidFill>
                  <a:srgbClr val="607476"/>
                </a:solidFill>
                <a:latin typeface="Arial"/>
                <a:ea typeface="Arial"/>
                <a:cs typeface="Arial"/>
              </a:defRPr>
            </a:lvl1pPr>
            <a:lvl2pPr>
              <a:defRPr sz="1200" b="0">
                <a:solidFill>
                  <a:srgbClr val="607476"/>
                </a:solidFill>
                <a:latin typeface="Arial"/>
                <a:ea typeface="Arial"/>
                <a:cs typeface="Arial"/>
              </a:defRPr>
            </a:lvl2pPr>
            <a:lvl3pPr>
              <a:defRPr sz="1200" b="0">
                <a:solidFill>
                  <a:srgbClr val="607476"/>
                </a:solidFill>
                <a:latin typeface="Arial"/>
                <a:ea typeface="Arial"/>
                <a:cs typeface="Arial"/>
              </a:defRPr>
            </a:lvl3pPr>
            <a:lvl4pPr>
              <a:defRPr sz="1200" b="0">
                <a:solidFill>
                  <a:srgbClr val="607476"/>
                </a:solidFill>
                <a:latin typeface="Arial"/>
                <a:ea typeface="Arial"/>
                <a:cs typeface="Arial"/>
              </a:defRPr>
            </a:lvl4pPr>
            <a:lvl5pPr>
              <a:defRPr sz="1200" b="0">
                <a:solidFill>
                  <a:srgbClr val="607476"/>
                </a:solidFill>
                <a:latin typeface="Arial"/>
                <a:ea typeface="Arial"/>
                <a:cs typeface="Arial"/>
              </a:defRPr>
            </a:lvl5pPr>
            <a:lvl6pPr>
              <a:defRPr sz="1200" b="0">
                <a:solidFill>
                  <a:srgbClr val="607476"/>
                </a:solidFill>
                <a:latin typeface="Arial"/>
                <a:ea typeface="Arial"/>
                <a:cs typeface="Arial"/>
              </a:defRPr>
            </a:lvl6pPr>
            <a:lvl7pPr>
              <a:defRPr sz="1200" b="0">
                <a:solidFill>
                  <a:srgbClr val="607476"/>
                </a:solidFill>
                <a:latin typeface="Arial"/>
                <a:ea typeface="Arial"/>
                <a:cs typeface="Arial"/>
              </a:defRPr>
            </a:lvl7pPr>
            <a:lvl8pPr>
              <a:defRPr sz="1200" b="0">
                <a:solidFill>
                  <a:srgbClr val="607476"/>
                </a:solidFill>
                <a:latin typeface="Arial"/>
                <a:ea typeface="Arial"/>
                <a:cs typeface="Arial"/>
              </a:defRPr>
            </a:lvl8pPr>
            <a:lvl9pPr>
              <a:defRPr sz="1200" b="0">
                <a:solidFill>
                  <a:srgbClr val="607476"/>
                </a:solidFill>
                <a:latin typeface="Arial"/>
                <a:ea typeface="Arial"/>
                <a:cs typeface="Arial"/>
              </a:defRPr>
            </a:lvl9pPr>
          </a:lstStyle>
          <a:p xmlns:a="http://schemas.openxmlformats.org/drawingml/2006/main">
            <a:pPr>
              <a:defRPr sz="1200" b="0">
                <a:solidFill>
                  <a:srgbClr val="607476"/>
                </a:solidFill>
                <a:latin typeface="Arial"/>
                <a:ea typeface="Arial"/>
                <a:cs typeface="Arial"/>
              </a:defRPr>
            </a:pPr>
            <a:r>
              <a:rPr sz="1200" b="0">
                <a:solidFill>
                  <a:srgbClr val="607476"/>
                </a:solidFill>
                <a:latin typeface="Arial"/>
                <a:ea typeface="Arial"/>
                <a:cs typeface="Arial"/>
              </a:rPr>
              <a:t>2:30–3:25  ·  55 секунд</a:t>
            </a:r>
          </a:p>
        </p:txBody>
      </p:sp>
      <p:sp>
        <p:nvSpPr>
          <p:cNvPr id="6" name="text-62">
            <a:extLst xmlns:a="http://schemas.openxmlformats.org/drawingml/2006/main">
              <a:ext uri="{FF2B5EF4-FFF2-40B4-BE49-F238E27FC236}">
                <a16:creationId xmlns:a16="http://schemas.microsoft.com/office/drawing/2014/main" id="{8AA56923-21BD-4BA4-A940-61C52A699DFC}"/>
              </a:ext>
            </a:extLst>
          </p:cNvPr>
          <p:cNvSpPr>
            <a:spLocks xmlns:a="http://schemas.openxmlformats.org/drawingml/2006/main" noGrp="1"/>
          </p:cNvSpPr>
          <p:nvPr/>
        </p:nvSpPr>
        <p:spPr>
          <a:xfrm xmlns:a="http://schemas.openxmlformats.org/drawingml/2006/main">
            <a:off x="609600" y="18859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244448"/>
                </a:solidFill>
                <a:latin typeface="Arial"/>
                <a:ea typeface="Arial"/>
                <a:cs typeface="Arial"/>
              </a:defRPr>
            </a:defPPr>
            <a:lvl1pPr>
              <a:defRPr sz="1800" b="0">
                <a:solidFill>
                  <a:srgbClr val="244448"/>
                </a:solidFill>
                <a:latin typeface="Arial"/>
                <a:ea typeface="Arial"/>
                <a:cs typeface="Arial"/>
              </a:defRPr>
            </a:lvl1pPr>
            <a:lvl2pPr>
              <a:defRPr sz="1800" b="0">
                <a:solidFill>
                  <a:srgbClr val="244448"/>
                </a:solidFill>
                <a:latin typeface="Arial"/>
                <a:ea typeface="Arial"/>
                <a:cs typeface="Arial"/>
              </a:defRPr>
            </a:lvl2pPr>
            <a:lvl3pPr>
              <a:defRPr sz="1800" b="0">
                <a:solidFill>
                  <a:srgbClr val="244448"/>
                </a:solidFill>
                <a:latin typeface="Arial"/>
                <a:ea typeface="Arial"/>
                <a:cs typeface="Arial"/>
              </a:defRPr>
            </a:lvl3pPr>
            <a:lvl4pPr>
              <a:defRPr sz="1800" b="0">
                <a:solidFill>
                  <a:srgbClr val="244448"/>
                </a:solidFill>
                <a:latin typeface="Arial"/>
                <a:ea typeface="Arial"/>
                <a:cs typeface="Arial"/>
              </a:defRPr>
            </a:lvl4pPr>
            <a:lvl5pPr>
              <a:defRPr sz="1800" b="0">
                <a:solidFill>
                  <a:srgbClr val="244448"/>
                </a:solidFill>
                <a:latin typeface="Arial"/>
                <a:ea typeface="Arial"/>
                <a:cs typeface="Arial"/>
              </a:defRPr>
            </a:lvl5pPr>
            <a:lvl6pPr>
              <a:defRPr sz="1800" b="0">
                <a:solidFill>
                  <a:srgbClr val="244448"/>
                </a:solidFill>
                <a:latin typeface="Arial"/>
                <a:ea typeface="Arial"/>
                <a:cs typeface="Arial"/>
              </a:defRPr>
            </a:lvl6pPr>
            <a:lvl7pPr>
              <a:defRPr sz="1800" b="0">
                <a:solidFill>
                  <a:srgbClr val="244448"/>
                </a:solidFill>
                <a:latin typeface="Arial"/>
                <a:ea typeface="Arial"/>
                <a:cs typeface="Arial"/>
              </a:defRPr>
            </a:lvl7pPr>
            <a:lvl8pPr>
              <a:defRPr sz="1800" b="0">
                <a:solidFill>
                  <a:srgbClr val="244448"/>
                </a:solidFill>
                <a:latin typeface="Arial"/>
                <a:ea typeface="Arial"/>
                <a:cs typeface="Arial"/>
              </a:defRPr>
            </a:lvl8pPr>
            <a:lvl9pPr>
              <a:defRPr sz="1800" b="0">
                <a:solidFill>
                  <a:srgbClr val="244448"/>
                </a:solidFill>
                <a:latin typeface="Arial"/>
                <a:ea typeface="Arial"/>
                <a:cs typeface="Arial"/>
              </a:defRPr>
            </a:lvl9pPr>
          </a:lstStyle>
          <a:p xmlns:a="http://schemas.openxmlformats.org/drawingml/2006/main">
            <a:pPr>
              <a:defRPr sz="1800" b="0">
                <a:solidFill>
                  <a:srgbClr val="244448"/>
                </a:solidFill>
                <a:latin typeface="Arial"/>
                <a:ea typeface="Arial"/>
                <a:cs typeface="Arial"/>
              </a:defRPr>
            </a:pPr>
            <a:r>
              <a:rPr sz="1800" b="0">
                <a:solidFill>
                  <a:srgbClr val="244448"/>
                </a:solidFill>
                <a:latin typeface="Arial"/>
                <a:ea typeface="Arial"/>
                <a:cs typeface="Arial"/>
              </a:rPr>
              <a:t>Авторлық synthetic · 220 оң / 420 қиын теріс · 160 скриншот · LLM разметкасы, адам емес</a:t>
            </a:r>
          </a:p>
        </p:txBody>
      </p:sp>
      <p:sp>
        <p:nvSpPr>
          <p:cNvPr id="7" name="shape-63">
            <a:extLst xmlns:a="http://schemas.openxmlformats.org/drawingml/2006/main">
              <a:ext uri="{FF2B5EF4-FFF2-40B4-BE49-F238E27FC236}">
                <a16:creationId xmlns:a16="http://schemas.microsoft.com/office/drawing/2014/main" id="{79A70609-B0D3-48CA-B5CA-D02473D3249A}"/>
              </a:ext>
            </a:extLst>
          </p:cNvPr>
          <p:cNvSpPr>
            <a:spLocks xmlns:a="http://schemas.openxmlformats.org/drawingml/2006/main" noGrp="1"/>
          </p:cNvSpPr>
          <p:nvPr/>
        </p:nvSpPr>
        <p:spPr>
          <a:xfrm xmlns:a="http://schemas.openxmlformats.org/drawingml/2006/main">
            <a:off x="609600" y="2733675"/>
            <a:ext cx="3314700"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CAD8CF"/>
            </a:solidFill>
          </a:ln>
        </p:spPr>
      </p:sp>
      <p:sp>
        <p:nvSpPr>
          <p:cNvPr id="8" name="shape-64">
            <a:extLst xmlns:a="http://schemas.openxmlformats.org/drawingml/2006/main">
              <a:ext uri="{FF2B5EF4-FFF2-40B4-BE49-F238E27FC236}">
                <a16:creationId xmlns:a16="http://schemas.microsoft.com/office/drawing/2014/main" id="{33C20B65-0EB9-47B6-9D35-D39A0AE6287D}"/>
              </a:ext>
            </a:extLst>
          </p:cNvPr>
          <p:cNvSpPr>
            <a:spLocks xmlns:a="http://schemas.openxmlformats.org/drawingml/2006/main" noGrp="1"/>
          </p:cNvSpPr>
          <p:nvPr/>
        </p:nvSpPr>
        <p:spPr>
          <a:xfrm xmlns:a="http://schemas.openxmlformats.org/drawingml/2006/main">
            <a:off x="609600" y="2733675"/>
            <a:ext cx="76200" cy="2524125"/>
          </a:xfrm>
          <a:prstGeom xmlns:a="http://schemas.openxmlformats.org/drawingml/2006/main" prst="rect">
            <a:avLst/>
          </a:prstGeom>
          <a:solidFill xmlns:a="http://schemas.openxmlformats.org/drawingml/2006/main">
            <a:srgbClr val="126950"/>
          </a:solidFill>
          <a:ln xmlns:a="http://schemas.openxmlformats.org/drawingml/2006/main" w="0">
            <a:noFill/>
          </a:ln>
        </p:spPr>
      </p:sp>
      <p:sp>
        <p:nvSpPr>
          <p:cNvPr id="9" name="text-65">
            <a:extLst xmlns:a="http://schemas.openxmlformats.org/drawingml/2006/main">
              <a:ext uri="{FF2B5EF4-FFF2-40B4-BE49-F238E27FC236}">
                <a16:creationId xmlns:a16="http://schemas.microsoft.com/office/drawing/2014/main" id="{D8245CA9-B80D-4821-86DA-D473840B7461}"/>
              </a:ext>
            </a:extLst>
          </p:cNvPr>
          <p:cNvSpPr>
            <a:spLocks xmlns:a="http://schemas.openxmlformats.org/drawingml/2006/main" noGrp="1"/>
          </p:cNvSpPr>
          <p:nvPr/>
        </p:nvSpPr>
        <p:spPr>
          <a:xfrm xmlns:a="http://schemas.openxmlformats.org/drawingml/2006/main">
            <a:off x="876300" y="2943225"/>
            <a:ext cx="2819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607476"/>
                </a:solidFill>
                <a:latin typeface="Arial"/>
                <a:ea typeface="Arial"/>
                <a:cs typeface="Arial"/>
              </a:defRPr>
            </a:defPPr>
            <a:lvl1pPr>
              <a:defRPr sz="1650" b="1">
                <a:solidFill>
                  <a:srgbClr val="607476"/>
                </a:solidFill>
                <a:latin typeface="Arial"/>
                <a:ea typeface="Arial"/>
                <a:cs typeface="Arial"/>
              </a:defRPr>
            </a:lvl1pPr>
            <a:lvl2pPr>
              <a:defRPr sz="1650" b="1">
                <a:solidFill>
                  <a:srgbClr val="607476"/>
                </a:solidFill>
                <a:latin typeface="Arial"/>
                <a:ea typeface="Arial"/>
                <a:cs typeface="Arial"/>
              </a:defRPr>
            </a:lvl2pPr>
            <a:lvl3pPr>
              <a:defRPr sz="1650" b="1">
                <a:solidFill>
                  <a:srgbClr val="607476"/>
                </a:solidFill>
                <a:latin typeface="Arial"/>
                <a:ea typeface="Arial"/>
                <a:cs typeface="Arial"/>
              </a:defRPr>
            </a:lvl3pPr>
            <a:lvl4pPr>
              <a:defRPr sz="1650" b="1">
                <a:solidFill>
                  <a:srgbClr val="607476"/>
                </a:solidFill>
                <a:latin typeface="Arial"/>
                <a:ea typeface="Arial"/>
                <a:cs typeface="Arial"/>
              </a:defRPr>
            </a:lvl4pPr>
            <a:lvl5pPr>
              <a:defRPr sz="1650" b="1">
                <a:solidFill>
                  <a:srgbClr val="607476"/>
                </a:solidFill>
                <a:latin typeface="Arial"/>
                <a:ea typeface="Arial"/>
                <a:cs typeface="Arial"/>
              </a:defRPr>
            </a:lvl5pPr>
            <a:lvl6pPr>
              <a:defRPr sz="1650" b="1">
                <a:solidFill>
                  <a:srgbClr val="607476"/>
                </a:solidFill>
                <a:latin typeface="Arial"/>
                <a:ea typeface="Arial"/>
                <a:cs typeface="Arial"/>
              </a:defRPr>
            </a:lvl6pPr>
            <a:lvl7pPr>
              <a:defRPr sz="1650" b="1">
                <a:solidFill>
                  <a:srgbClr val="607476"/>
                </a:solidFill>
                <a:latin typeface="Arial"/>
                <a:ea typeface="Arial"/>
                <a:cs typeface="Arial"/>
              </a:defRPr>
            </a:lvl7pPr>
            <a:lvl8pPr>
              <a:defRPr sz="1650" b="1">
                <a:solidFill>
                  <a:srgbClr val="607476"/>
                </a:solidFill>
                <a:latin typeface="Arial"/>
                <a:ea typeface="Arial"/>
                <a:cs typeface="Arial"/>
              </a:defRPr>
            </a:lvl8pPr>
            <a:lvl9pPr>
              <a:defRPr sz="1650" b="1">
                <a:solidFill>
                  <a:srgbClr val="607476"/>
                </a:solidFill>
                <a:latin typeface="Arial"/>
                <a:ea typeface="Arial"/>
                <a:cs typeface="Arial"/>
              </a:defRPr>
            </a:lvl9pPr>
          </a:lstStyle>
          <a:p xmlns:a="http://schemas.openxmlformats.org/drawingml/2006/main">
            <a:pPr>
              <a:defRPr sz="1650" b="1">
                <a:solidFill>
                  <a:srgbClr val="607476"/>
                </a:solidFill>
                <a:latin typeface="Arial"/>
                <a:ea typeface="Arial"/>
                <a:cs typeface="Arial"/>
              </a:defRPr>
            </a:pPr>
            <a:r>
              <a:rPr sz="1650" b="1">
                <a:solidFill>
                  <a:srgbClr val="607476"/>
                </a:solidFill>
                <a:latin typeface="Arial"/>
                <a:ea typeface="Arial"/>
                <a:cs typeface="Arial"/>
              </a:rPr>
              <a:t>PRECISION</a:t>
            </a:r>
          </a:p>
        </p:txBody>
      </p:sp>
      <p:sp>
        <p:nvSpPr>
          <p:cNvPr id="10" name="text-66">
            <a:extLst xmlns:a="http://schemas.openxmlformats.org/drawingml/2006/main">
              <a:ext uri="{FF2B5EF4-FFF2-40B4-BE49-F238E27FC236}">
                <a16:creationId xmlns:a16="http://schemas.microsoft.com/office/drawing/2014/main" id="{8C36AA88-6B1B-49D4-A330-C9FB81878806}"/>
              </a:ext>
            </a:extLst>
          </p:cNvPr>
          <p:cNvSpPr>
            <a:spLocks xmlns:a="http://schemas.openxmlformats.org/drawingml/2006/main" noGrp="1"/>
          </p:cNvSpPr>
          <p:nvPr/>
        </p:nvSpPr>
        <p:spPr>
          <a:xfrm xmlns:a="http://schemas.openxmlformats.org/drawingml/2006/main">
            <a:off x="876300" y="3419475"/>
            <a:ext cx="281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126950"/>
                </a:solidFill>
                <a:latin typeface="Arial"/>
                <a:ea typeface="Arial"/>
                <a:cs typeface="Arial"/>
              </a:defRPr>
            </a:defPPr>
            <a:lvl1pPr>
              <a:defRPr sz="4500" b="1">
                <a:solidFill>
                  <a:srgbClr val="126950"/>
                </a:solidFill>
                <a:latin typeface="Arial"/>
                <a:ea typeface="Arial"/>
                <a:cs typeface="Arial"/>
              </a:defRPr>
            </a:lvl1pPr>
            <a:lvl2pPr>
              <a:defRPr sz="4500" b="1">
                <a:solidFill>
                  <a:srgbClr val="126950"/>
                </a:solidFill>
                <a:latin typeface="Arial"/>
                <a:ea typeface="Arial"/>
                <a:cs typeface="Arial"/>
              </a:defRPr>
            </a:lvl2pPr>
            <a:lvl3pPr>
              <a:defRPr sz="4500" b="1">
                <a:solidFill>
                  <a:srgbClr val="126950"/>
                </a:solidFill>
                <a:latin typeface="Arial"/>
                <a:ea typeface="Arial"/>
                <a:cs typeface="Arial"/>
              </a:defRPr>
            </a:lvl3pPr>
            <a:lvl4pPr>
              <a:defRPr sz="4500" b="1">
                <a:solidFill>
                  <a:srgbClr val="126950"/>
                </a:solidFill>
                <a:latin typeface="Arial"/>
                <a:ea typeface="Arial"/>
                <a:cs typeface="Arial"/>
              </a:defRPr>
            </a:lvl4pPr>
            <a:lvl5pPr>
              <a:defRPr sz="4500" b="1">
                <a:solidFill>
                  <a:srgbClr val="126950"/>
                </a:solidFill>
                <a:latin typeface="Arial"/>
                <a:ea typeface="Arial"/>
                <a:cs typeface="Arial"/>
              </a:defRPr>
            </a:lvl5pPr>
            <a:lvl6pPr>
              <a:defRPr sz="4500" b="1">
                <a:solidFill>
                  <a:srgbClr val="126950"/>
                </a:solidFill>
                <a:latin typeface="Arial"/>
                <a:ea typeface="Arial"/>
                <a:cs typeface="Arial"/>
              </a:defRPr>
            </a:lvl6pPr>
            <a:lvl7pPr>
              <a:defRPr sz="4500" b="1">
                <a:solidFill>
                  <a:srgbClr val="126950"/>
                </a:solidFill>
                <a:latin typeface="Arial"/>
                <a:ea typeface="Arial"/>
                <a:cs typeface="Arial"/>
              </a:defRPr>
            </a:lvl7pPr>
            <a:lvl8pPr>
              <a:defRPr sz="4500" b="1">
                <a:solidFill>
                  <a:srgbClr val="126950"/>
                </a:solidFill>
                <a:latin typeface="Arial"/>
                <a:ea typeface="Arial"/>
                <a:cs typeface="Arial"/>
              </a:defRPr>
            </a:lvl8pPr>
            <a:lvl9pPr>
              <a:defRPr sz="4500" b="1">
                <a:solidFill>
                  <a:srgbClr val="126950"/>
                </a:solidFill>
                <a:latin typeface="Arial"/>
                <a:ea typeface="Arial"/>
                <a:cs typeface="Arial"/>
              </a:defRPr>
            </a:lvl9pPr>
          </a:lstStyle>
          <a:p xmlns:a="http://schemas.openxmlformats.org/drawingml/2006/main">
            <a:pPr>
              <a:defRPr sz="4500" b="1">
                <a:solidFill>
                  <a:srgbClr val="126950"/>
                </a:solidFill>
                <a:latin typeface="Arial"/>
                <a:ea typeface="Arial"/>
                <a:cs typeface="Arial"/>
              </a:defRPr>
            </a:pPr>
            <a:r>
              <a:rPr sz="4500" b="1">
                <a:solidFill>
                  <a:srgbClr val="126950"/>
                </a:solidFill>
                <a:latin typeface="Arial"/>
                <a:ea typeface="Arial"/>
                <a:cs typeface="Arial"/>
              </a:rPr>
              <a:t>89,2%</a:t>
            </a:r>
          </a:p>
        </p:txBody>
      </p:sp>
      <p:sp>
        <p:nvSpPr>
          <p:cNvPr id="11" name="text-67">
            <a:extLst xmlns:a="http://schemas.openxmlformats.org/drawingml/2006/main">
              <a:ext uri="{FF2B5EF4-FFF2-40B4-BE49-F238E27FC236}">
                <a16:creationId xmlns:a16="http://schemas.microsoft.com/office/drawing/2014/main" id="{D74F6E49-634A-498E-9149-8B6880FBF8DF}"/>
              </a:ext>
            </a:extLst>
          </p:cNvPr>
          <p:cNvSpPr>
            <a:spLocks xmlns:a="http://schemas.openxmlformats.org/drawingml/2006/main" noGrp="1"/>
          </p:cNvSpPr>
          <p:nvPr/>
        </p:nvSpPr>
        <p:spPr>
          <a:xfrm xmlns:a="http://schemas.openxmlformats.org/drawingml/2006/main">
            <a:off x="876300" y="4600575"/>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244448"/>
                </a:solidFill>
                <a:latin typeface="Arial"/>
                <a:ea typeface="Arial"/>
                <a:cs typeface="Arial"/>
              </a:defRPr>
            </a:defPPr>
            <a:lvl1pPr>
              <a:defRPr sz="1650" b="0">
                <a:solidFill>
                  <a:srgbClr val="244448"/>
                </a:solidFill>
                <a:latin typeface="Arial"/>
                <a:ea typeface="Arial"/>
                <a:cs typeface="Arial"/>
              </a:defRPr>
            </a:lvl1pPr>
            <a:lvl2pPr>
              <a:defRPr sz="1650" b="0">
                <a:solidFill>
                  <a:srgbClr val="244448"/>
                </a:solidFill>
                <a:latin typeface="Arial"/>
                <a:ea typeface="Arial"/>
                <a:cs typeface="Arial"/>
              </a:defRPr>
            </a:lvl2pPr>
            <a:lvl3pPr>
              <a:defRPr sz="1650" b="0">
                <a:solidFill>
                  <a:srgbClr val="244448"/>
                </a:solidFill>
                <a:latin typeface="Arial"/>
                <a:ea typeface="Arial"/>
                <a:cs typeface="Arial"/>
              </a:defRPr>
            </a:lvl3pPr>
            <a:lvl4pPr>
              <a:defRPr sz="1650" b="0">
                <a:solidFill>
                  <a:srgbClr val="244448"/>
                </a:solidFill>
                <a:latin typeface="Arial"/>
                <a:ea typeface="Arial"/>
                <a:cs typeface="Arial"/>
              </a:defRPr>
            </a:lvl4pPr>
            <a:lvl5pPr>
              <a:defRPr sz="1650" b="0">
                <a:solidFill>
                  <a:srgbClr val="244448"/>
                </a:solidFill>
                <a:latin typeface="Arial"/>
                <a:ea typeface="Arial"/>
                <a:cs typeface="Arial"/>
              </a:defRPr>
            </a:lvl5pPr>
            <a:lvl6pPr>
              <a:defRPr sz="1650" b="0">
                <a:solidFill>
                  <a:srgbClr val="244448"/>
                </a:solidFill>
                <a:latin typeface="Arial"/>
                <a:ea typeface="Arial"/>
                <a:cs typeface="Arial"/>
              </a:defRPr>
            </a:lvl6pPr>
            <a:lvl7pPr>
              <a:defRPr sz="1650" b="0">
                <a:solidFill>
                  <a:srgbClr val="244448"/>
                </a:solidFill>
                <a:latin typeface="Arial"/>
                <a:ea typeface="Arial"/>
                <a:cs typeface="Arial"/>
              </a:defRPr>
            </a:lvl7pPr>
            <a:lvl8pPr>
              <a:defRPr sz="1650" b="0">
                <a:solidFill>
                  <a:srgbClr val="244448"/>
                </a:solidFill>
                <a:latin typeface="Arial"/>
                <a:ea typeface="Arial"/>
                <a:cs typeface="Arial"/>
              </a:defRPr>
            </a:lvl8pPr>
            <a:lvl9pPr>
              <a:defRPr sz="1650" b="0">
                <a:solidFill>
                  <a:srgbClr val="244448"/>
                </a:solidFill>
                <a:latin typeface="Arial"/>
                <a:ea typeface="Arial"/>
                <a:cs typeface="Arial"/>
              </a:defRPr>
            </a:lvl9pPr>
          </a:lstStyle>
          <a:p xmlns:a="http://schemas.openxmlformats.org/drawingml/2006/main">
            <a:pPr>
              <a:defRPr sz="1650" b="0">
                <a:solidFill>
                  <a:srgbClr val="244448"/>
                </a:solidFill>
                <a:latin typeface="Arial"/>
                <a:ea typeface="Arial"/>
                <a:cs typeface="Arial"/>
              </a:defRPr>
            </a:pPr>
            <a:r>
              <a:rPr sz="1650" b="0">
                <a:solidFill>
                  <a:srgbClr val="244448"/>
                </a:solidFill>
                <a:latin typeface="Arial"/>
                <a:ea typeface="Arial"/>
                <a:cs typeface="Arial"/>
              </a:rPr>
              <a:t>166 / 186 дұрыс дабыл</a:t>
            </a:r>
          </a:p>
        </p:txBody>
      </p:sp>
      <p:sp>
        <p:nvSpPr>
          <p:cNvPr id="12" name="shape-68">
            <a:extLst xmlns:a="http://schemas.openxmlformats.org/drawingml/2006/main">
              <a:ext uri="{FF2B5EF4-FFF2-40B4-BE49-F238E27FC236}">
                <a16:creationId xmlns:a16="http://schemas.microsoft.com/office/drawing/2014/main" id="{5A6F37A4-9B72-44DC-A060-80967FB7517C}"/>
              </a:ext>
            </a:extLst>
          </p:cNvPr>
          <p:cNvSpPr>
            <a:spLocks xmlns:a="http://schemas.openxmlformats.org/drawingml/2006/main" noGrp="1"/>
          </p:cNvSpPr>
          <p:nvPr/>
        </p:nvSpPr>
        <p:spPr>
          <a:xfrm xmlns:a="http://schemas.openxmlformats.org/drawingml/2006/main">
            <a:off x="4438650" y="2733675"/>
            <a:ext cx="3314700"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CAD8CF"/>
            </a:solidFill>
          </a:ln>
        </p:spPr>
      </p:sp>
      <p:sp>
        <p:nvSpPr>
          <p:cNvPr id="13" name="shape-69">
            <a:extLst xmlns:a="http://schemas.openxmlformats.org/drawingml/2006/main">
              <a:ext uri="{FF2B5EF4-FFF2-40B4-BE49-F238E27FC236}">
                <a16:creationId xmlns:a16="http://schemas.microsoft.com/office/drawing/2014/main" id="{071DBA4B-7044-4708-906C-767D5DC4B348}"/>
              </a:ext>
            </a:extLst>
          </p:cNvPr>
          <p:cNvSpPr>
            <a:spLocks xmlns:a="http://schemas.openxmlformats.org/drawingml/2006/main" noGrp="1"/>
          </p:cNvSpPr>
          <p:nvPr/>
        </p:nvSpPr>
        <p:spPr>
          <a:xfrm xmlns:a="http://schemas.openxmlformats.org/drawingml/2006/main">
            <a:off x="4438650" y="2733675"/>
            <a:ext cx="76200" cy="2524125"/>
          </a:xfrm>
          <a:prstGeom xmlns:a="http://schemas.openxmlformats.org/drawingml/2006/main" prst="rect">
            <a:avLst/>
          </a:prstGeom>
          <a:solidFill xmlns:a="http://schemas.openxmlformats.org/drawingml/2006/main">
            <a:srgbClr val="126950"/>
          </a:solidFill>
          <a:ln xmlns:a="http://schemas.openxmlformats.org/drawingml/2006/main" w="0">
            <a:noFill/>
          </a:ln>
        </p:spPr>
      </p:sp>
      <p:sp>
        <p:nvSpPr>
          <p:cNvPr id="14" name="text-70">
            <a:extLst xmlns:a="http://schemas.openxmlformats.org/drawingml/2006/main">
              <a:ext uri="{FF2B5EF4-FFF2-40B4-BE49-F238E27FC236}">
                <a16:creationId xmlns:a16="http://schemas.microsoft.com/office/drawing/2014/main" id="{EC3F9459-49F0-4D91-819F-B55874A3FB35}"/>
              </a:ext>
            </a:extLst>
          </p:cNvPr>
          <p:cNvSpPr>
            <a:spLocks xmlns:a="http://schemas.openxmlformats.org/drawingml/2006/main" noGrp="1"/>
          </p:cNvSpPr>
          <p:nvPr/>
        </p:nvSpPr>
        <p:spPr>
          <a:xfrm xmlns:a="http://schemas.openxmlformats.org/drawingml/2006/main">
            <a:off x="4705350" y="2943225"/>
            <a:ext cx="2819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607476"/>
                </a:solidFill>
                <a:latin typeface="Arial"/>
                <a:ea typeface="Arial"/>
                <a:cs typeface="Arial"/>
              </a:defRPr>
            </a:defPPr>
            <a:lvl1pPr>
              <a:defRPr sz="1650" b="1">
                <a:solidFill>
                  <a:srgbClr val="607476"/>
                </a:solidFill>
                <a:latin typeface="Arial"/>
                <a:ea typeface="Arial"/>
                <a:cs typeface="Arial"/>
              </a:defRPr>
            </a:lvl1pPr>
            <a:lvl2pPr>
              <a:defRPr sz="1650" b="1">
                <a:solidFill>
                  <a:srgbClr val="607476"/>
                </a:solidFill>
                <a:latin typeface="Arial"/>
                <a:ea typeface="Arial"/>
                <a:cs typeface="Arial"/>
              </a:defRPr>
            </a:lvl2pPr>
            <a:lvl3pPr>
              <a:defRPr sz="1650" b="1">
                <a:solidFill>
                  <a:srgbClr val="607476"/>
                </a:solidFill>
                <a:latin typeface="Arial"/>
                <a:ea typeface="Arial"/>
                <a:cs typeface="Arial"/>
              </a:defRPr>
            </a:lvl3pPr>
            <a:lvl4pPr>
              <a:defRPr sz="1650" b="1">
                <a:solidFill>
                  <a:srgbClr val="607476"/>
                </a:solidFill>
                <a:latin typeface="Arial"/>
                <a:ea typeface="Arial"/>
                <a:cs typeface="Arial"/>
              </a:defRPr>
            </a:lvl4pPr>
            <a:lvl5pPr>
              <a:defRPr sz="1650" b="1">
                <a:solidFill>
                  <a:srgbClr val="607476"/>
                </a:solidFill>
                <a:latin typeface="Arial"/>
                <a:ea typeface="Arial"/>
                <a:cs typeface="Arial"/>
              </a:defRPr>
            </a:lvl5pPr>
            <a:lvl6pPr>
              <a:defRPr sz="1650" b="1">
                <a:solidFill>
                  <a:srgbClr val="607476"/>
                </a:solidFill>
                <a:latin typeface="Arial"/>
                <a:ea typeface="Arial"/>
                <a:cs typeface="Arial"/>
              </a:defRPr>
            </a:lvl6pPr>
            <a:lvl7pPr>
              <a:defRPr sz="1650" b="1">
                <a:solidFill>
                  <a:srgbClr val="607476"/>
                </a:solidFill>
                <a:latin typeface="Arial"/>
                <a:ea typeface="Arial"/>
                <a:cs typeface="Arial"/>
              </a:defRPr>
            </a:lvl7pPr>
            <a:lvl8pPr>
              <a:defRPr sz="1650" b="1">
                <a:solidFill>
                  <a:srgbClr val="607476"/>
                </a:solidFill>
                <a:latin typeface="Arial"/>
                <a:ea typeface="Arial"/>
                <a:cs typeface="Arial"/>
              </a:defRPr>
            </a:lvl8pPr>
            <a:lvl9pPr>
              <a:defRPr sz="1650" b="1">
                <a:solidFill>
                  <a:srgbClr val="607476"/>
                </a:solidFill>
                <a:latin typeface="Arial"/>
                <a:ea typeface="Arial"/>
                <a:cs typeface="Arial"/>
              </a:defRPr>
            </a:lvl9pPr>
          </a:lstStyle>
          <a:p xmlns:a="http://schemas.openxmlformats.org/drawingml/2006/main">
            <a:pPr>
              <a:defRPr sz="1650" b="1">
                <a:solidFill>
                  <a:srgbClr val="607476"/>
                </a:solidFill>
                <a:latin typeface="Arial"/>
                <a:ea typeface="Arial"/>
                <a:cs typeface="Arial"/>
              </a:defRPr>
            </a:pPr>
            <a:r>
              <a:rPr sz="1650" b="1">
                <a:solidFill>
                  <a:srgbClr val="607476"/>
                </a:solidFill>
                <a:latin typeface="Arial"/>
                <a:ea typeface="Arial"/>
                <a:cs typeface="Arial"/>
              </a:rPr>
              <a:t>RECALL</a:t>
            </a:r>
          </a:p>
        </p:txBody>
      </p:sp>
      <p:sp>
        <p:nvSpPr>
          <p:cNvPr id="15" name="text-71">
            <a:extLst xmlns:a="http://schemas.openxmlformats.org/drawingml/2006/main">
              <a:ext uri="{FF2B5EF4-FFF2-40B4-BE49-F238E27FC236}">
                <a16:creationId xmlns:a16="http://schemas.microsoft.com/office/drawing/2014/main" id="{6E4913F7-29D0-463D-A9CA-DE07F10172FE}"/>
              </a:ext>
            </a:extLst>
          </p:cNvPr>
          <p:cNvSpPr>
            <a:spLocks xmlns:a="http://schemas.openxmlformats.org/drawingml/2006/main" noGrp="1"/>
          </p:cNvSpPr>
          <p:nvPr/>
        </p:nvSpPr>
        <p:spPr>
          <a:xfrm xmlns:a="http://schemas.openxmlformats.org/drawingml/2006/main">
            <a:off x="4705350" y="3419475"/>
            <a:ext cx="281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126950"/>
                </a:solidFill>
                <a:latin typeface="Arial"/>
                <a:ea typeface="Arial"/>
                <a:cs typeface="Arial"/>
              </a:defRPr>
            </a:defPPr>
            <a:lvl1pPr>
              <a:defRPr sz="4500" b="1">
                <a:solidFill>
                  <a:srgbClr val="126950"/>
                </a:solidFill>
                <a:latin typeface="Arial"/>
                <a:ea typeface="Arial"/>
                <a:cs typeface="Arial"/>
              </a:defRPr>
            </a:lvl1pPr>
            <a:lvl2pPr>
              <a:defRPr sz="4500" b="1">
                <a:solidFill>
                  <a:srgbClr val="126950"/>
                </a:solidFill>
                <a:latin typeface="Arial"/>
                <a:ea typeface="Arial"/>
                <a:cs typeface="Arial"/>
              </a:defRPr>
            </a:lvl2pPr>
            <a:lvl3pPr>
              <a:defRPr sz="4500" b="1">
                <a:solidFill>
                  <a:srgbClr val="126950"/>
                </a:solidFill>
                <a:latin typeface="Arial"/>
                <a:ea typeface="Arial"/>
                <a:cs typeface="Arial"/>
              </a:defRPr>
            </a:lvl3pPr>
            <a:lvl4pPr>
              <a:defRPr sz="4500" b="1">
                <a:solidFill>
                  <a:srgbClr val="126950"/>
                </a:solidFill>
                <a:latin typeface="Arial"/>
                <a:ea typeface="Arial"/>
                <a:cs typeface="Arial"/>
              </a:defRPr>
            </a:lvl4pPr>
            <a:lvl5pPr>
              <a:defRPr sz="4500" b="1">
                <a:solidFill>
                  <a:srgbClr val="126950"/>
                </a:solidFill>
                <a:latin typeface="Arial"/>
                <a:ea typeface="Arial"/>
                <a:cs typeface="Arial"/>
              </a:defRPr>
            </a:lvl5pPr>
            <a:lvl6pPr>
              <a:defRPr sz="4500" b="1">
                <a:solidFill>
                  <a:srgbClr val="126950"/>
                </a:solidFill>
                <a:latin typeface="Arial"/>
                <a:ea typeface="Arial"/>
                <a:cs typeface="Arial"/>
              </a:defRPr>
            </a:lvl6pPr>
            <a:lvl7pPr>
              <a:defRPr sz="4500" b="1">
                <a:solidFill>
                  <a:srgbClr val="126950"/>
                </a:solidFill>
                <a:latin typeface="Arial"/>
                <a:ea typeface="Arial"/>
                <a:cs typeface="Arial"/>
              </a:defRPr>
            </a:lvl7pPr>
            <a:lvl8pPr>
              <a:defRPr sz="4500" b="1">
                <a:solidFill>
                  <a:srgbClr val="126950"/>
                </a:solidFill>
                <a:latin typeface="Arial"/>
                <a:ea typeface="Arial"/>
                <a:cs typeface="Arial"/>
              </a:defRPr>
            </a:lvl8pPr>
            <a:lvl9pPr>
              <a:defRPr sz="4500" b="1">
                <a:solidFill>
                  <a:srgbClr val="126950"/>
                </a:solidFill>
                <a:latin typeface="Arial"/>
                <a:ea typeface="Arial"/>
                <a:cs typeface="Arial"/>
              </a:defRPr>
            </a:lvl9pPr>
          </a:lstStyle>
          <a:p xmlns:a="http://schemas.openxmlformats.org/drawingml/2006/main">
            <a:pPr>
              <a:defRPr sz="4500" b="1">
                <a:solidFill>
                  <a:srgbClr val="126950"/>
                </a:solidFill>
                <a:latin typeface="Arial"/>
                <a:ea typeface="Arial"/>
                <a:cs typeface="Arial"/>
              </a:defRPr>
            </a:pPr>
            <a:r>
              <a:rPr sz="4500" b="1">
                <a:solidFill>
                  <a:srgbClr val="126950"/>
                </a:solidFill>
                <a:latin typeface="Arial"/>
                <a:ea typeface="Arial"/>
                <a:cs typeface="Arial"/>
              </a:rPr>
              <a:t>75,5%</a:t>
            </a:r>
          </a:p>
        </p:txBody>
      </p:sp>
      <p:sp>
        <p:nvSpPr>
          <p:cNvPr id="16" name="text-72">
            <a:extLst xmlns:a="http://schemas.openxmlformats.org/drawingml/2006/main">
              <a:ext uri="{FF2B5EF4-FFF2-40B4-BE49-F238E27FC236}">
                <a16:creationId xmlns:a16="http://schemas.microsoft.com/office/drawing/2014/main" id="{56C78F81-019F-4BBC-B506-67015B3A2FF1}"/>
              </a:ext>
            </a:extLst>
          </p:cNvPr>
          <p:cNvSpPr>
            <a:spLocks xmlns:a="http://schemas.openxmlformats.org/drawingml/2006/main" noGrp="1"/>
          </p:cNvSpPr>
          <p:nvPr/>
        </p:nvSpPr>
        <p:spPr>
          <a:xfrm xmlns:a="http://schemas.openxmlformats.org/drawingml/2006/main">
            <a:off x="4705350" y="4600575"/>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244448"/>
                </a:solidFill>
                <a:latin typeface="Arial"/>
                <a:ea typeface="Arial"/>
                <a:cs typeface="Arial"/>
              </a:defRPr>
            </a:defPPr>
            <a:lvl1pPr>
              <a:defRPr sz="1650" b="0">
                <a:solidFill>
                  <a:srgbClr val="244448"/>
                </a:solidFill>
                <a:latin typeface="Arial"/>
                <a:ea typeface="Arial"/>
                <a:cs typeface="Arial"/>
              </a:defRPr>
            </a:lvl1pPr>
            <a:lvl2pPr>
              <a:defRPr sz="1650" b="0">
                <a:solidFill>
                  <a:srgbClr val="244448"/>
                </a:solidFill>
                <a:latin typeface="Arial"/>
                <a:ea typeface="Arial"/>
                <a:cs typeface="Arial"/>
              </a:defRPr>
            </a:lvl2pPr>
            <a:lvl3pPr>
              <a:defRPr sz="1650" b="0">
                <a:solidFill>
                  <a:srgbClr val="244448"/>
                </a:solidFill>
                <a:latin typeface="Arial"/>
                <a:ea typeface="Arial"/>
                <a:cs typeface="Arial"/>
              </a:defRPr>
            </a:lvl3pPr>
            <a:lvl4pPr>
              <a:defRPr sz="1650" b="0">
                <a:solidFill>
                  <a:srgbClr val="244448"/>
                </a:solidFill>
                <a:latin typeface="Arial"/>
                <a:ea typeface="Arial"/>
                <a:cs typeface="Arial"/>
              </a:defRPr>
            </a:lvl4pPr>
            <a:lvl5pPr>
              <a:defRPr sz="1650" b="0">
                <a:solidFill>
                  <a:srgbClr val="244448"/>
                </a:solidFill>
                <a:latin typeface="Arial"/>
                <a:ea typeface="Arial"/>
                <a:cs typeface="Arial"/>
              </a:defRPr>
            </a:lvl5pPr>
            <a:lvl6pPr>
              <a:defRPr sz="1650" b="0">
                <a:solidFill>
                  <a:srgbClr val="244448"/>
                </a:solidFill>
                <a:latin typeface="Arial"/>
                <a:ea typeface="Arial"/>
                <a:cs typeface="Arial"/>
              </a:defRPr>
            </a:lvl6pPr>
            <a:lvl7pPr>
              <a:defRPr sz="1650" b="0">
                <a:solidFill>
                  <a:srgbClr val="244448"/>
                </a:solidFill>
                <a:latin typeface="Arial"/>
                <a:ea typeface="Arial"/>
                <a:cs typeface="Arial"/>
              </a:defRPr>
            </a:lvl7pPr>
            <a:lvl8pPr>
              <a:defRPr sz="1650" b="0">
                <a:solidFill>
                  <a:srgbClr val="244448"/>
                </a:solidFill>
                <a:latin typeface="Arial"/>
                <a:ea typeface="Arial"/>
                <a:cs typeface="Arial"/>
              </a:defRPr>
            </a:lvl8pPr>
            <a:lvl9pPr>
              <a:defRPr sz="1650" b="0">
                <a:solidFill>
                  <a:srgbClr val="244448"/>
                </a:solidFill>
                <a:latin typeface="Arial"/>
                <a:ea typeface="Arial"/>
                <a:cs typeface="Arial"/>
              </a:defRPr>
            </a:lvl9pPr>
          </a:lstStyle>
          <a:p xmlns:a="http://schemas.openxmlformats.org/drawingml/2006/main">
            <a:pPr>
              <a:defRPr sz="1650" b="0">
                <a:solidFill>
                  <a:srgbClr val="244448"/>
                </a:solidFill>
                <a:latin typeface="Arial"/>
                <a:ea typeface="Arial"/>
                <a:cs typeface="Arial"/>
              </a:defRPr>
            </a:pPr>
            <a:r>
              <a:rPr sz="1650" b="0">
                <a:solidFill>
                  <a:srgbClr val="244448"/>
                </a:solidFill>
                <a:latin typeface="Arial"/>
                <a:ea typeface="Arial"/>
                <a:cs typeface="Arial"/>
              </a:rPr>
              <a:t>166 / 220 табылды</a:t>
            </a:r>
          </a:p>
        </p:txBody>
      </p:sp>
      <p:sp>
        <p:nvSpPr>
          <p:cNvPr id="17" name="shape-73">
            <a:extLst xmlns:a="http://schemas.openxmlformats.org/drawingml/2006/main">
              <a:ext uri="{FF2B5EF4-FFF2-40B4-BE49-F238E27FC236}">
                <a16:creationId xmlns:a16="http://schemas.microsoft.com/office/drawing/2014/main" id="{8926F76D-C0B6-40B5-AEF8-C8D0BF52C5B2}"/>
              </a:ext>
            </a:extLst>
          </p:cNvPr>
          <p:cNvSpPr>
            <a:spLocks xmlns:a="http://schemas.openxmlformats.org/drawingml/2006/main" noGrp="1"/>
          </p:cNvSpPr>
          <p:nvPr/>
        </p:nvSpPr>
        <p:spPr>
          <a:xfrm xmlns:a="http://schemas.openxmlformats.org/drawingml/2006/main">
            <a:off x="8267700" y="2733675"/>
            <a:ext cx="3314700" cy="2524125"/>
          </a:xfrm>
          <a:prstGeom xmlns:a="http://schemas.openxmlformats.org/drawingml/2006/main" prst="roundRect">
            <a:avLst>
              <a:gd name="adj" fmla="val 3019"/>
            </a:avLst>
          </a:prstGeom>
          <a:solidFill xmlns:a="http://schemas.openxmlformats.org/drawingml/2006/main">
            <a:srgbClr val="FFFFFF"/>
          </a:solidFill>
          <a:ln xmlns:a="http://schemas.openxmlformats.org/drawingml/2006/main" w="9525">
            <a:solidFill>
              <a:srgbClr val="CAD8CF"/>
            </a:solidFill>
          </a:ln>
        </p:spPr>
      </p:sp>
      <p:sp>
        <p:nvSpPr>
          <p:cNvPr id="18" name="shape-74">
            <a:extLst xmlns:a="http://schemas.openxmlformats.org/drawingml/2006/main">
              <a:ext uri="{FF2B5EF4-FFF2-40B4-BE49-F238E27FC236}">
                <a16:creationId xmlns:a16="http://schemas.microsoft.com/office/drawing/2014/main" id="{9C91D52B-8D8A-47A2-8BE4-338CC904562A}"/>
              </a:ext>
            </a:extLst>
          </p:cNvPr>
          <p:cNvSpPr>
            <a:spLocks xmlns:a="http://schemas.openxmlformats.org/drawingml/2006/main" noGrp="1"/>
          </p:cNvSpPr>
          <p:nvPr/>
        </p:nvSpPr>
        <p:spPr>
          <a:xfrm xmlns:a="http://schemas.openxmlformats.org/drawingml/2006/main">
            <a:off x="8267700" y="2733675"/>
            <a:ext cx="76200" cy="2524125"/>
          </a:xfrm>
          <a:prstGeom xmlns:a="http://schemas.openxmlformats.org/drawingml/2006/main" prst="rect">
            <a:avLst/>
          </a:prstGeom>
          <a:solidFill xmlns:a="http://schemas.openxmlformats.org/drawingml/2006/main">
            <a:srgbClr val="B44738"/>
          </a:solidFill>
          <a:ln xmlns:a="http://schemas.openxmlformats.org/drawingml/2006/main" w="0">
            <a:noFill/>
          </a:ln>
        </p:spPr>
      </p:sp>
      <p:sp>
        <p:nvSpPr>
          <p:cNvPr id="19" name="text-75">
            <a:extLst xmlns:a="http://schemas.openxmlformats.org/drawingml/2006/main">
              <a:ext uri="{FF2B5EF4-FFF2-40B4-BE49-F238E27FC236}">
                <a16:creationId xmlns:a16="http://schemas.microsoft.com/office/drawing/2014/main" id="{192EFB9B-1239-4AAF-AED9-F210E3B214FC}"/>
              </a:ext>
            </a:extLst>
          </p:cNvPr>
          <p:cNvSpPr>
            <a:spLocks xmlns:a="http://schemas.openxmlformats.org/drawingml/2006/main" noGrp="1"/>
          </p:cNvSpPr>
          <p:nvPr/>
        </p:nvSpPr>
        <p:spPr>
          <a:xfrm xmlns:a="http://schemas.openxmlformats.org/drawingml/2006/main">
            <a:off x="8534400" y="2943225"/>
            <a:ext cx="2819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607476"/>
                </a:solidFill>
                <a:latin typeface="Arial"/>
                <a:ea typeface="Arial"/>
                <a:cs typeface="Arial"/>
              </a:defRPr>
            </a:defPPr>
            <a:lvl1pPr>
              <a:defRPr sz="1650" b="1">
                <a:solidFill>
                  <a:srgbClr val="607476"/>
                </a:solidFill>
                <a:latin typeface="Arial"/>
                <a:ea typeface="Arial"/>
                <a:cs typeface="Arial"/>
              </a:defRPr>
            </a:lvl1pPr>
            <a:lvl2pPr>
              <a:defRPr sz="1650" b="1">
                <a:solidFill>
                  <a:srgbClr val="607476"/>
                </a:solidFill>
                <a:latin typeface="Arial"/>
                <a:ea typeface="Arial"/>
                <a:cs typeface="Arial"/>
              </a:defRPr>
            </a:lvl2pPr>
            <a:lvl3pPr>
              <a:defRPr sz="1650" b="1">
                <a:solidFill>
                  <a:srgbClr val="607476"/>
                </a:solidFill>
                <a:latin typeface="Arial"/>
                <a:ea typeface="Arial"/>
                <a:cs typeface="Arial"/>
              </a:defRPr>
            </a:lvl3pPr>
            <a:lvl4pPr>
              <a:defRPr sz="1650" b="1">
                <a:solidFill>
                  <a:srgbClr val="607476"/>
                </a:solidFill>
                <a:latin typeface="Arial"/>
                <a:ea typeface="Arial"/>
                <a:cs typeface="Arial"/>
              </a:defRPr>
            </a:lvl4pPr>
            <a:lvl5pPr>
              <a:defRPr sz="1650" b="1">
                <a:solidFill>
                  <a:srgbClr val="607476"/>
                </a:solidFill>
                <a:latin typeface="Arial"/>
                <a:ea typeface="Arial"/>
                <a:cs typeface="Arial"/>
              </a:defRPr>
            </a:lvl5pPr>
            <a:lvl6pPr>
              <a:defRPr sz="1650" b="1">
                <a:solidFill>
                  <a:srgbClr val="607476"/>
                </a:solidFill>
                <a:latin typeface="Arial"/>
                <a:ea typeface="Arial"/>
                <a:cs typeface="Arial"/>
              </a:defRPr>
            </a:lvl6pPr>
            <a:lvl7pPr>
              <a:defRPr sz="1650" b="1">
                <a:solidFill>
                  <a:srgbClr val="607476"/>
                </a:solidFill>
                <a:latin typeface="Arial"/>
                <a:ea typeface="Arial"/>
                <a:cs typeface="Arial"/>
              </a:defRPr>
            </a:lvl7pPr>
            <a:lvl8pPr>
              <a:defRPr sz="1650" b="1">
                <a:solidFill>
                  <a:srgbClr val="607476"/>
                </a:solidFill>
                <a:latin typeface="Arial"/>
                <a:ea typeface="Arial"/>
                <a:cs typeface="Arial"/>
              </a:defRPr>
            </a:lvl8pPr>
            <a:lvl9pPr>
              <a:defRPr sz="1650" b="1">
                <a:solidFill>
                  <a:srgbClr val="607476"/>
                </a:solidFill>
                <a:latin typeface="Arial"/>
                <a:ea typeface="Arial"/>
                <a:cs typeface="Arial"/>
              </a:defRPr>
            </a:lvl9pPr>
          </a:lstStyle>
          <a:p xmlns:a="http://schemas.openxmlformats.org/drawingml/2006/main">
            <a:pPr>
              <a:defRPr sz="1650" b="1">
                <a:solidFill>
                  <a:srgbClr val="607476"/>
                </a:solidFill>
                <a:latin typeface="Arial"/>
                <a:ea typeface="Arial"/>
                <a:cs typeface="Arial"/>
              </a:defRPr>
            </a:pPr>
            <a:r>
              <a:rPr sz="1650" b="1">
                <a:solidFill>
                  <a:srgbClr val="607476"/>
                </a:solidFill>
                <a:latin typeface="Arial"/>
                <a:ea typeface="Arial"/>
                <a:cs typeface="Arial"/>
              </a:rPr>
              <a:t>ЖАЛҒАН ДАБЫЛ</a:t>
            </a:r>
          </a:p>
        </p:txBody>
      </p:sp>
      <p:sp>
        <p:nvSpPr>
          <p:cNvPr id="20" name="text-76">
            <a:extLst xmlns:a="http://schemas.openxmlformats.org/drawingml/2006/main">
              <a:ext uri="{FF2B5EF4-FFF2-40B4-BE49-F238E27FC236}">
                <a16:creationId xmlns:a16="http://schemas.microsoft.com/office/drawing/2014/main" id="{68AF9E89-EC80-4E65-8AA4-BF07C0EC6702}"/>
              </a:ext>
            </a:extLst>
          </p:cNvPr>
          <p:cNvSpPr>
            <a:spLocks xmlns:a="http://schemas.openxmlformats.org/drawingml/2006/main" noGrp="1"/>
          </p:cNvSpPr>
          <p:nvPr/>
        </p:nvSpPr>
        <p:spPr>
          <a:xfrm xmlns:a="http://schemas.openxmlformats.org/drawingml/2006/main">
            <a:off x="8534400" y="3419475"/>
            <a:ext cx="2819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500" b="1">
                <a:solidFill>
                  <a:srgbClr val="B44738"/>
                </a:solidFill>
                <a:latin typeface="Arial"/>
                <a:ea typeface="Arial"/>
                <a:cs typeface="Arial"/>
              </a:defRPr>
            </a:defPPr>
            <a:lvl1pPr>
              <a:defRPr sz="4500" b="1">
                <a:solidFill>
                  <a:srgbClr val="B44738"/>
                </a:solidFill>
                <a:latin typeface="Arial"/>
                <a:ea typeface="Arial"/>
                <a:cs typeface="Arial"/>
              </a:defRPr>
            </a:lvl1pPr>
            <a:lvl2pPr>
              <a:defRPr sz="4500" b="1">
                <a:solidFill>
                  <a:srgbClr val="B44738"/>
                </a:solidFill>
                <a:latin typeface="Arial"/>
                <a:ea typeface="Arial"/>
                <a:cs typeface="Arial"/>
              </a:defRPr>
            </a:lvl2pPr>
            <a:lvl3pPr>
              <a:defRPr sz="4500" b="1">
                <a:solidFill>
                  <a:srgbClr val="B44738"/>
                </a:solidFill>
                <a:latin typeface="Arial"/>
                <a:ea typeface="Arial"/>
                <a:cs typeface="Arial"/>
              </a:defRPr>
            </a:lvl3pPr>
            <a:lvl4pPr>
              <a:defRPr sz="4500" b="1">
                <a:solidFill>
                  <a:srgbClr val="B44738"/>
                </a:solidFill>
                <a:latin typeface="Arial"/>
                <a:ea typeface="Arial"/>
                <a:cs typeface="Arial"/>
              </a:defRPr>
            </a:lvl4pPr>
            <a:lvl5pPr>
              <a:defRPr sz="4500" b="1">
                <a:solidFill>
                  <a:srgbClr val="B44738"/>
                </a:solidFill>
                <a:latin typeface="Arial"/>
                <a:ea typeface="Arial"/>
                <a:cs typeface="Arial"/>
              </a:defRPr>
            </a:lvl5pPr>
            <a:lvl6pPr>
              <a:defRPr sz="4500" b="1">
                <a:solidFill>
                  <a:srgbClr val="B44738"/>
                </a:solidFill>
                <a:latin typeface="Arial"/>
                <a:ea typeface="Arial"/>
                <a:cs typeface="Arial"/>
              </a:defRPr>
            </a:lvl6pPr>
            <a:lvl7pPr>
              <a:defRPr sz="4500" b="1">
                <a:solidFill>
                  <a:srgbClr val="B44738"/>
                </a:solidFill>
                <a:latin typeface="Arial"/>
                <a:ea typeface="Arial"/>
                <a:cs typeface="Arial"/>
              </a:defRPr>
            </a:lvl7pPr>
            <a:lvl8pPr>
              <a:defRPr sz="4500" b="1">
                <a:solidFill>
                  <a:srgbClr val="B44738"/>
                </a:solidFill>
                <a:latin typeface="Arial"/>
                <a:ea typeface="Arial"/>
                <a:cs typeface="Arial"/>
              </a:defRPr>
            </a:lvl8pPr>
            <a:lvl9pPr>
              <a:defRPr sz="4500" b="1">
                <a:solidFill>
                  <a:srgbClr val="B44738"/>
                </a:solidFill>
                <a:latin typeface="Arial"/>
                <a:ea typeface="Arial"/>
                <a:cs typeface="Arial"/>
              </a:defRPr>
            </a:lvl9pPr>
          </a:lstStyle>
          <a:p xmlns:a="http://schemas.openxmlformats.org/drawingml/2006/main">
            <a:pPr>
              <a:defRPr sz="4500" b="1">
                <a:solidFill>
                  <a:srgbClr val="B44738"/>
                </a:solidFill>
                <a:latin typeface="Arial"/>
                <a:ea typeface="Arial"/>
                <a:cs typeface="Arial"/>
              </a:defRPr>
            </a:pPr>
            <a:r>
              <a:rPr sz="4500" b="1">
                <a:solidFill>
                  <a:srgbClr val="B44738"/>
                </a:solidFill>
                <a:latin typeface="Arial"/>
                <a:ea typeface="Arial"/>
                <a:cs typeface="Arial"/>
              </a:rPr>
              <a:t>4,8%</a:t>
            </a:r>
          </a:p>
        </p:txBody>
      </p:sp>
      <p:sp>
        <p:nvSpPr>
          <p:cNvPr id="21" name="text-77">
            <a:extLst xmlns:a="http://schemas.openxmlformats.org/drawingml/2006/main">
              <a:ext uri="{FF2B5EF4-FFF2-40B4-BE49-F238E27FC236}">
                <a16:creationId xmlns:a16="http://schemas.microsoft.com/office/drawing/2014/main" id="{96CE1974-9715-4E3D-B39D-4A6B7884C871}"/>
              </a:ext>
            </a:extLst>
          </p:cNvPr>
          <p:cNvSpPr>
            <a:spLocks xmlns:a="http://schemas.openxmlformats.org/drawingml/2006/main" noGrp="1"/>
          </p:cNvSpPr>
          <p:nvPr/>
        </p:nvSpPr>
        <p:spPr>
          <a:xfrm xmlns:a="http://schemas.openxmlformats.org/drawingml/2006/main">
            <a:off x="8534400" y="4600575"/>
            <a:ext cx="283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244448"/>
                </a:solidFill>
                <a:latin typeface="Arial"/>
                <a:ea typeface="Arial"/>
                <a:cs typeface="Arial"/>
              </a:defRPr>
            </a:defPPr>
            <a:lvl1pPr>
              <a:defRPr sz="1650" b="0">
                <a:solidFill>
                  <a:srgbClr val="244448"/>
                </a:solidFill>
                <a:latin typeface="Arial"/>
                <a:ea typeface="Arial"/>
                <a:cs typeface="Arial"/>
              </a:defRPr>
            </a:lvl1pPr>
            <a:lvl2pPr>
              <a:defRPr sz="1650" b="0">
                <a:solidFill>
                  <a:srgbClr val="244448"/>
                </a:solidFill>
                <a:latin typeface="Arial"/>
                <a:ea typeface="Arial"/>
                <a:cs typeface="Arial"/>
              </a:defRPr>
            </a:lvl2pPr>
            <a:lvl3pPr>
              <a:defRPr sz="1650" b="0">
                <a:solidFill>
                  <a:srgbClr val="244448"/>
                </a:solidFill>
                <a:latin typeface="Arial"/>
                <a:ea typeface="Arial"/>
                <a:cs typeface="Arial"/>
              </a:defRPr>
            </a:lvl3pPr>
            <a:lvl4pPr>
              <a:defRPr sz="1650" b="0">
                <a:solidFill>
                  <a:srgbClr val="244448"/>
                </a:solidFill>
                <a:latin typeface="Arial"/>
                <a:ea typeface="Arial"/>
                <a:cs typeface="Arial"/>
              </a:defRPr>
            </a:lvl4pPr>
            <a:lvl5pPr>
              <a:defRPr sz="1650" b="0">
                <a:solidFill>
                  <a:srgbClr val="244448"/>
                </a:solidFill>
                <a:latin typeface="Arial"/>
                <a:ea typeface="Arial"/>
                <a:cs typeface="Arial"/>
              </a:defRPr>
            </a:lvl5pPr>
            <a:lvl6pPr>
              <a:defRPr sz="1650" b="0">
                <a:solidFill>
                  <a:srgbClr val="244448"/>
                </a:solidFill>
                <a:latin typeface="Arial"/>
                <a:ea typeface="Arial"/>
                <a:cs typeface="Arial"/>
              </a:defRPr>
            </a:lvl6pPr>
            <a:lvl7pPr>
              <a:defRPr sz="1650" b="0">
                <a:solidFill>
                  <a:srgbClr val="244448"/>
                </a:solidFill>
                <a:latin typeface="Arial"/>
                <a:ea typeface="Arial"/>
                <a:cs typeface="Arial"/>
              </a:defRPr>
            </a:lvl7pPr>
            <a:lvl8pPr>
              <a:defRPr sz="1650" b="0">
                <a:solidFill>
                  <a:srgbClr val="244448"/>
                </a:solidFill>
                <a:latin typeface="Arial"/>
                <a:ea typeface="Arial"/>
                <a:cs typeface="Arial"/>
              </a:defRPr>
            </a:lvl8pPr>
            <a:lvl9pPr>
              <a:defRPr sz="1650" b="0">
                <a:solidFill>
                  <a:srgbClr val="244448"/>
                </a:solidFill>
                <a:latin typeface="Arial"/>
                <a:ea typeface="Arial"/>
                <a:cs typeface="Arial"/>
              </a:defRPr>
            </a:lvl9pPr>
          </a:lstStyle>
          <a:p xmlns:a="http://schemas.openxmlformats.org/drawingml/2006/main">
            <a:pPr>
              <a:defRPr sz="1650" b="0">
                <a:solidFill>
                  <a:srgbClr val="244448"/>
                </a:solidFill>
                <a:latin typeface="Arial"/>
                <a:ea typeface="Arial"/>
                <a:cs typeface="Arial"/>
              </a:defRPr>
            </a:pPr>
            <a:r>
              <a:rPr sz="1650" b="0">
                <a:solidFill>
                  <a:srgbClr val="244448"/>
                </a:solidFill>
                <a:latin typeface="Arial"/>
                <a:ea typeface="Arial"/>
                <a:cs typeface="Arial"/>
              </a:rPr>
              <a:t>20 / 420 теріс жағдай</a:t>
            </a:r>
          </a:p>
        </p:txBody>
      </p:sp>
      <p:sp>
        <p:nvSpPr>
          <p:cNvPr id="22" name="text-78">
            <a:extLst xmlns:a="http://schemas.openxmlformats.org/drawingml/2006/main">
              <a:ext uri="{FF2B5EF4-FFF2-40B4-BE49-F238E27FC236}">
                <a16:creationId xmlns:a16="http://schemas.microsoft.com/office/drawing/2014/main" id="{7456166A-5D87-49FE-8F78-EE504E9E9443}"/>
              </a:ext>
            </a:extLst>
          </p:cNvPr>
          <p:cNvSpPr>
            <a:spLocks xmlns:a="http://schemas.openxmlformats.org/drawingml/2006/main" noGrp="1"/>
          </p:cNvSpPr>
          <p:nvPr/>
        </p:nvSpPr>
        <p:spPr>
          <a:xfrm xmlns:a="http://schemas.openxmlformats.org/drawingml/2006/main">
            <a:off x="609600" y="5476875"/>
            <a:ext cx="10477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71C20"/>
                </a:solidFill>
                <a:latin typeface="Arial"/>
                <a:ea typeface="Arial"/>
                <a:cs typeface="Arial"/>
              </a:defRPr>
            </a:defPPr>
            <a:lvl1pPr>
              <a:defRPr sz="2250" b="1">
                <a:solidFill>
                  <a:srgbClr val="071C20"/>
                </a:solidFill>
                <a:latin typeface="Arial"/>
                <a:ea typeface="Arial"/>
                <a:cs typeface="Arial"/>
              </a:defRPr>
            </a:lvl1pPr>
            <a:lvl2pPr>
              <a:defRPr sz="2250" b="1">
                <a:solidFill>
                  <a:srgbClr val="071C20"/>
                </a:solidFill>
                <a:latin typeface="Arial"/>
                <a:ea typeface="Arial"/>
                <a:cs typeface="Arial"/>
              </a:defRPr>
            </a:lvl2pPr>
            <a:lvl3pPr>
              <a:defRPr sz="2250" b="1">
                <a:solidFill>
                  <a:srgbClr val="071C20"/>
                </a:solidFill>
                <a:latin typeface="Arial"/>
                <a:ea typeface="Arial"/>
                <a:cs typeface="Arial"/>
              </a:defRPr>
            </a:lvl3pPr>
            <a:lvl4pPr>
              <a:defRPr sz="2250" b="1">
                <a:solidFill>
                  <a:srgbClr val="071C20"/>
                </a:solidFill>
                <a:latin typeface="Arial"/>
                <a:ea typeface="Arial"/>
                <a:cs typeface="Arial"/>
              </a:defRPr>
            </a:lvl4pPr>
            <a:lvl5pPr>
              <a:defRPr sz="2250" b="1">
                <a:solidFill>
                  <a:srgbClr val="071C20"/>
                </a:solidFill>
                <a:latin typeface="Arial"/>
                <a:ea typeface="Arial"/>
                <a:cs typeface="Arial"/>
              </a:defRPr>
            </a:lvl5pPr>
            <a:lvl6pPr>
              <a:defRPr sz="2250" b="1">
                <a:solidFill>
                  <a:srgbClr val="071C20"/>
                </a:solidFill>
                <a:latin typeface="Arial"/>
                <a:ea typeface="Arial"/>
                <a:cs typeface="Arial"/>
              </a:defRPr>
            </a:lvl6pPr>
            <a:lvl7pPr>
              <a:defRPr sz="2250" b="1">
                <a:solidFill>
                  <a:srgbClr val="071C20"/>
                </a:solidFill>
                <a:latin typeface="Arial"/>
                <a:ea typeface="Arial"/>
                <a:cs typeface="Arial"/>
              </a:defRPr>
            </a:lvl7pPr>
            <a:lvl8pPr>
              <a:defRPr sz="2250" b="1">
                <a:solidFill>
                  <a:srgbClr val="071C20"/>
                </a:solidFill>
                <a:latin typeface="Arial"/>
                <a:ea typeface="Arial"/>
                <a:cs typeface="Arial"/>
              </a:defRPr>
            </a:lvl8pPr>
            <a:lvl9pPr>
              <a:defRPr sz="2250" b="1">
                <a:solidFill>
                  <a:srgbClr val="071C20"/>
                </a:solidFill>
                <a:latin typeface="Arial"/>
                <a:ea typeface="Arial"/>
                <a:cs typeface="Arial"/>
              </a:defRPr>
            </a:lvl9pPr>
          </a:lstStyle>
          <a:p xmlns:a="http://schemas.openxmlformats.org/drawingml/2006/main">
            <a:pPr>
              <a:defRPr sz="2250" b="1">
                <a:solidFill>
                  <a:srgbClr val="071C20"/>
                </a:solidFill>
                <a:latin typeface="Arial"/>
                <a:ea typeface="Arial"/>
                <a:cs typeface="Arial"/>
              </a:defRPr>
            </a:pPr>
            <a:r>
              <a:rPr sz="2250" b="1">
                <a:solidFill>
                  <a:srgbClr val="071C20"/>
                </a:solidFill>
                <a:latin typeface="Arial"/>
                <a:ea typeface="Arial"/>
                <a:cs typeface="Arial"/>
              </a:rPr>
              <a:t>TP 166  ·  FP 20  ·  TN 400  ·  FN 54</a:t>
            </a:r>
          </a:p>
        </p:txBody>
      </p:sp>
      <p:sp>
        <p:nvSpPr>
          <p:cNvPr id="23" name="text-79">
            <a:extLst xmlns:a="http://schemas.openxmlformats.org/drawingml/2006/main">
              <a:ext uri="{FF2B5EF4-FFF2-40B4-BE49-F238E27FC236}">
                <a16:creationId xmlns:a16="http://schemas.microsoft.com/office/drawing/2014/main" id="{F38ADEC3-4F93-49E8-B398-E1B8F9045DDA}"/>
              </a:ext>
            </a:extLst>
          </p:cNvPr>
          <p:cNvSpPr>
            <a:spLocks xmlns:a="http://schemas.openxmlformats.org/drawingml/2006/main" noGrp="1"/>
          </p:cNvSpPr>
          <p:nvPr/>
        </p:nvSpPr>
        <p:spPr>
          <a:xfrm xmlns:a="http://schemas.openxmlformats.org/drawingml/2006/main">
            <a:off x="609600" y="595312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B44738"/>
                </a:solidFill>
                <a:latin typeface="Arial"/>
                <a:ea typeface="Arial"/>
                <a:cs typeface="Arial"/>
              </a:defRPr>
            </a:defPPr>
            <a:lvl1pPr>
              <a:defRPr sz="1650" b="1">
                <a:solidFill>
                  <a:srgbClr val="B44738"/>
                </a:solidFill>
                <a:latin typeface="Arial"/>
                <a:ea typeface="Arial"/>
                <a:cs typeface="Arial"/>
              </a:defRPr>
            </a:lvl1pPr>
            <a:lvl2pPr>
              <a:defRPr sz="1650" b="1">
                <a:solidFill>
                  <a:srgbClr val="B44738"/>
                </a:solidFill>
                <a:latin typeface="Arial"/>
                <a:ea typeface="Arial"/>
                <a:cs typeface="Arial"/>
              </a:defRPr>
            </a:lvl2pPr>
            <a:lvl3pPr>
              <a:defRPr sz="1650" b="1">
                <a:solidFill>
                  <a:srgbClr val="B44738"/>
                </a:solidFill>
                <a:latin typeface="Arial"/>
                <a:ea typeface="Arial"/>
                <a:cs typeface="Arial"/>
              </a:defRPr>
            </a:lvl3pPr>
            <a:lvl4pPr>
              <a:defRPr sz="1650" b="1">
                <a:solidFill>
                  <a:srgbClr val="B44738"/>
                </a:solidFill>
                <a:latin typeface="Arial"/>
                <a:ea typeface="Arial"/>
                <a:cs typeface="Arial"/>
              </a:defRPr>
            </a:lvl4pPr>
            <a:lvl5pPr>
              <a:defRPr sz="1650" b="1">
                <a:solidFill>
                  <a:srgbClr val="B44738"/>
                </a:solidFill>
                <a:latin typeface="Arial"/>
                <a:ea typeface="Arial"/>
                <a:cs typeface="Arial"/>
              </a:defRPr>
            </a:lvl5pPr>
            <a:lvl6pPr>
              <a:defRPr sz="1650" b="1">
                <a:solidFill>
                  <a:srgbClr val="B44738"/>
                </a:solidFill>
                <a:latin typeface="Arial"/>
                <a:ea typeface="Arial"/>
                <a:cs typeface="Arial"/>
              </a:defRPr>
            </a:lvl6pPr>
            <a:lvl7pPr>
              <a:defRPr sz="1650" b="1">
                <a:solidFill>
                  <a:srgbClr val="B44738"/>
                </a:solidFill>
                <a:latin typeface="Arial"/>
                <a:ea typeface="Arial"/>
                <a:cs typeface="Arial"/>
              </a:defRPr>
            </a:lvl7pPr>
            <a:lvl8pPr>
              <a:defRPr sz="1650" b="1">
                <a:solidFill>
                  <a:srgbClr val="B44738"/>
                </a:solidFill>
                <a:latin typeface="Arial"/>
                <a:ea typeface="Arial"/>
                <a:cs typeface="Arial"/>
              </a:defRPr>
            </a:lvl8pPr>
            <a:lvl9pPr>
              <a:defRPr sz="1650" b="1">
                <a:solidFill>
                  <a:srgbClr val="B44738"/>
                </a:solidFill>
                <a:latin typeface="Arial"/>
                <a:ea typeface="Arial"/>
                <a:cs typeface="Arial"/>
              </a:defRPr>
            </a:lvl9pPr>
          </a:lstStyle>
          <a:p xmlns:a="http://schemas.openxmlformats.org/drawingml/2006/main">
            <a:pPr>
              <a:defRPr sz="1650" b="1">
                <a:solidFill>
                  <a:srgbClr val="B44738"/>
                </a:solidFill>
                <a:latin typeface="Arial"/>
                <a:ea typeface="Arial"/>
                <a:cs typeface="Arial"/>
              </a:defRPr>
            </a:pPr>
            <a:r>
              <a:rPr sz="1650" b="1">
                <a:solidFill>
                  <a:srgbClr val="B44738"/>
                </a:solidFill>
                <a:latin typeface="Arial"/>
                <a:ea typeface="Arial"/>
                <a:cs typeface="Arial"/>
              </a:rPr>
              <a:t>Транслит: 20 FP. Оң суреттер: 23/76 жіберілді. Нақты ағын өлшенген жоқ.</a:t>
            </a:r>
          </a:p>
        </p:txBody>
      </p:sp>
    </p:spTree>
    <p:extLst>
      <p:ext uri="{BB962C8B-B14F-4D97-AF65-F5344CB8AC3E}">
        <p14:creationId xmlns:p14="http://schemas.microsoft.com/office/powerpoint/2010/main" val="1046527354"/>
      </p:ext>
    </p:extLst>
  </p:cSld>
</p:sld>
</file>

<file path=ppt/slides/slide5.xml><?xml version="1.0" encoding="utf-8"?>
<p:sld xmlns:p="http://schemas.openxmlformats.org/presentationml/2006/main">
  <p:cSld>
    <p:bg>
      <p:bgPr>
        <a:solidFill xmlns:a="http://schemas.openxmlformats.org/drawingml/2006/main">
          <a:srgbClr val="071C20"/>
        </a:solidFill>
      </p:bgPr>
    </p:bg>
    <p:spTree>
      <p:nvGrpSpPr>
        <p:cNvPr id="1" name=""/>
        <p:cNvGrpSpPr/>
        <p:nvPr/>
      </p:nvGrpSpPr>
      <p:grpSpPr>
        <a:xfrm xmlns:a="http://schemas.openxmlformats.org/drawingml/2006/main"/>
      </p:grpSpPr>
      <p:sp>
        <p:nvSpPr>
          <p:cNvPr id="15" name="text-80">
            <a:extLst xmlns:a="http://schemas.openxmlformats.org/drawingml/2006/main">
              <a:ext uri="{FF2B5EF4-FFF2-40B4-BE49-F238E27FC236}">
                <a16:creationId xmlns:a16="http://schemas.microsoft.com/office/drawing/2014/main" id="{8C0541E2-EFCF-4E65-9950-ABADD780F0E2}"/>
              </a:ext>
            </a:extLst>
          </p:cNvPr>
          <p:cNvSpPr>
            <a:spLocks xmlns:a="http://schemas.openxmlformats.org/drawingml/2006/main" noGrp="1"/>
          </p:cNvSpPr>
          <p:nvPr/>
        </p:nvSpPr>
        <p:spPr>
          <a:xfrm xmlns:a="http://schemas.openxmlformats.org/drawingml/2006/main">
            <a:off x="609600" y="361950"/>
            <a:ext cx="866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B6EBCF"/>
                </a:solidFill>
                <a:latin typeface="Arial"/>
                <a:ea typeface="Arial"/>
                <a:cs typeface="Arial"/>
              </a:defRPr>
            </a:defPPr>
            <a:lvl1pPr>
              <a:defRPr sz="1350" b="1">
                <a:solidFill>
                  <a:srgbClr val="B6EBCF"/>
                </a:solidFill>
                <a:latin typeface="Arial"/>
                <a:ea typeface="Arial"/>
                <a:cs typeface="Arial"/>
              </a:defRPr>
            </a:lvl1pPr>
            <a:lvl2pPr>
              <a:defRPr sz="1350" b="1">
                <a:solidFill>
                  <a:srgbClr val="B6EBCF"/>
                </a:solidFill>
                <a:latin typeface="Arial"/>
                <a:ea typeface="Arial"/>
                <a:cs typeface="Arial"/>
              </a:defRPr>
            </a:lvl2pPr>
            <a:lvl3pPr>
              <a:defRPr sz="1350" b="1">
                <a:solidFill>
                  <a:srgbClr val="B6EBCF"/>
                </a:solidFill>
                <a:latin typeface="Arial"/>
                <a:ea typeface="Arial"/>
                <a:cs typeface="Arial"/>
              </a:defRPr>
            </a:lvl3pPr>
            <a:lvl4pPr>
              <a:defRPr sz="1350" b="1">
                <a:solidFill>
                  <a:srgbClr val="B6EBCF"/>
                </a:solidFill>
                <a:latin typeface="Arial"/>
                <a:ea typeface="Arial"/>
                <a:cs typeface="Arial"/>
              </a:defRPr>
            </a:lvl4pPr>
            <a:lvl5pPr>
              <a:defRPr sz="1350" b="1">
                <a:solidFill>
                  <a:srgbClr val="B6EBCF"/>
                </a:solidFill>
                <a:latin typeface="Arial"/>
                <a:ea typeface="Arial"/>
                <a:cs typeface="Arial"/>
              </a:defRPr>
            </a:lvl5pPr>
            <a:lvl6pPr>
              <a:defRPr sz="1350" b="1">
                <a:solidFill>
                  <a:srgbClr val="B6EBCF"/>
                </a:solidFill>
                <a:latin typeface="Arial"/>
                <a:ea typeface="Arial"/>
                <a:cs typeface="Arial"/>
              </a:defRPr>
            </a:lvl6pPr>
            <a:lvl7pPr>
              <a:defRPr sz="1350" b="1">
                <a:solidFill>
                  <a:srgbClr val="B6EBCF"/>
                </a:solidFill>
                <a:latin typeface="Arial"/>
                <a:ea typeface="Arial"/>
                <a:cs typeface="Arial"/>
              </a:defRPr>
            </a:lvl7pPr>
            <a:lvl8pPr>
              <a:defRPr sz="1350" b="1">
                <a:solidFill>
                  <a:srgbClr val="B6EBCF"/>
                </a:solidFill>
                <a:latin typeface="Arial"/>
                <a:ea typeface="Arial"/>
                <a:cs typeface="Arial"/>
              </a:defRPr>
            </a:lvl8pPr>
            <a:lvl9pPr>
              <a:defRPr sz="1350" b="1">
                <a:solidFill>
                  <a:srgbClr val="B6EBCF"/>
                </a:solidFill>
                <a:latin typeface="Arial"/>
                <a:ea typeface="Arial"/>
                <a:cs typeface="Arial"/>
              </a:defRPr>
            </a:lvl9pPr>
          </a:lstStyle>
          <a:p xmlns:a="http://schemas.openxmlformats.org/drawingml/2006/main">
            <a:pPr>
              <a:defRPr sz="1350" b="1">
                <a:solidFill>
                  <a:srgbClr val="B6EBCF"/>
                </a:solidFill>
                <a:latin typeface="Arial"/>
                <a:ea typeface="Arial"/>
                <a:cs typeface="Arial"/>
              </a:defRPr>
            </a:pPr>
            <a:r>
              <a:rPr sz="1350" b="1">
                <a:solidFill>
                  <a:srgbClr val="B6EBCF"/>
                </a:solidFill>
                <a:latin typeface="Arial"/>
                <a:ea typeface="Arial"/>
                <a:cs typeface="Arial"/>
              </a:rPr>
              <a:t>SAFENET KZ  /  2-ТРЕК  ·  ЖАСЫРЫН ОЙЫН</a:t>
            </a:r>
          </a:p>
        </p:txBody>
      </p:sp>
      <p:sp>
        <p:nvSpPr>
          <p:cNvPr id="2" name="text-81">
            <a:extLst xmlns:a="http://schemas.openxmlformats.org/drawingml/2006/main">
              <a:ext uri="{FF2B5EF4-FFF2-40B4-BE49-F238E27FC236}">
                <a16:creationId xmlns:a16="http://schemas.microsoft.com/office/drawing/2014/main" id="{17E3FA2D-475C-49EF-840F-4EE916D0E20F}"/>
              </a:ext>
            </a:extLst>
          </p:cNvPr>
          <p:cNvSpPr>
            <a:spLocks xmlns:a="http://schemas.openxmlformats.org/drawingml/2006/main" noGrp="1"/>
          </p:cNvSpPr>
          <p:nvPr/>
        </p:nvSpPr>
        <p:spPr>
          <a:xfrm xmlns:a="http://schemas.openxmlformats.org/drawingml/2006/main">
            <a:off x="609600" y="885825"/>
            <a:ext cx="1081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Бір посттан — желіге және кезекке</a:t>
            </a:r>
          </a:p>
        </p:txBody>
      </p:sp>
      <p:sp>
        <p:nvSpPr>
          <p:cNvPr id="3" name="text-82">
            <a:extLst xmlns:a="http://schemas.openxmlformats.org/drawingml/2006/main">
              <a:ext uri="{FF2B5EF4-FFF2-40B4-BE49-F238E27FC236}">
                <a16:creationId xmlns:a16="http://schemas.microsoft.com/office/drawing/2014/main" id="{72EBBCF7-39A1-4A7A-806D-AE757B792DF4}"/>
              </a:ext>
            </a:extLst>
          </p:cNvPr>
          <p:cNvSpPr>
            <a:spLocks xmlns:a="http://schemas.openxmlformats.org/drawingml/2006/main" noGrp="1"/>
          </p:cNvSpPr>
          <p:nvPr/>
        </p:nvSpPr>
        <p:spPr>
          <a:xfrm xmlns:a="http://schemas.openxmlformats.org/drawingml/2006/main">
            <a:off x="10734675" y="381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B6EBCF"/>
                </a:solidFill>
                <a:latin typeface="Arial"/>
                <a:ea typeface="Arial"/>
                <a:cs typeface="Arial"/>
              </a:defRPr>
            </a:defPPr>
            <a:lvl1pPr>
              <a:defRPr sz="1350" b="1">
                <a:solidFill>
                  <a:srgbClr val="B6EBCF"/>
                </a:solidFill>
                <a:latin typeface="Arial"/>
                <a:ea typeface="Arial"/>
                <a:cs typeface="Arial"/>
              </a:defRPr>
            </a:lvl1pPr>
            <a:lvl2pPr>
              <a:defRPr sz="1350" b="1">
                <a:solidFill>
                  <a:srgbClr val="B6EBCF"/>
                </a:solidFill>
                <a:latin typeface="Arial"/>
                <a:ea typeface="Arial"/>
                <a:cs typeface="Arial"/>
              </a:defRPr>
            </a:lvl2pPr>
            <a:lvl3pPr>
              <a:defRPr sz="1350" b="1">
                <a:solidFill>
                  <a:srgbClr val="B6EBCF"/>
                </a:solidFill>
                <a:latin typeface="Arial"/>
                <a:ea typeface="Arial"/>
                <a:cs typeface="Arial"/>
              </a:defRPr>
            </a:lvl3pPr>
            <a:lvl4pPr>
              <a:defRPr sz="1350" b="1">
                <a:solidFill>
                  <a:srgbClr val="B6EBCF"/>
                </a:solidFill>
                <a:latin typeface="Arial"/>
                <a:ea typeface="Arial"/>
                <a:cs typeface="Arial"/>
              </a:defRPr>
            </a:lvl4pPr>
            <a:lvl5pPr>
              <a:defRPr sz="1350" b="1">
                <a:solidFill>
                  <a:srgbClr val="B6EBCF"/>
                </a:solidFill>
                <a:latin typeface="Arial"/>
                <a:ea typeface="Arial"/>
                <a:cs typeface="Arial"/>
              </a:defRPr>
            </a:lvl5pPr>
            <a:lvl6pPr>
              <a:defRPr sz="1350" b="1">
                <a:solidFill>
                  <a:srgbClr val="B6EBCF"/>
                </a:solidFill>
                <a:latin typeface="Arial"/>
                <a:ea typeface="Arial"/>
                <a:cs typeface="Arial"/>
              </a:defRPr>
            </a:lvl6pPr>
            <a:lvl7pPr>
              <a:defRPr sz="1350" b="1">
                <a:solidFill>
                  <a:srgbClr val="B6EBCF"/>
                </a:solidFill>
                <a:latin typeface="Arial"/>
                <a:ea typeface="Arial"/>
                <a:cs typeface="Arial"/>
              </a:defRPr>
            </a:lvl7pPr>
            <a:lvl8pPr>
              <a:defRPr sz="1350" b="1">
                <a:solidFill>
                  <a:srgbClr val="B6EBCF"/>
                </a:solidFill>
                <a:latin typeface="Arial"/>
                <a:ea typeface="Arial"/>
                <a:cs typeface="Arial"/>
              </a:defRPr>
            </a:lvl8pPr>
            <a:lvl9pPr>
              <a:defRPr sz="1350" b="1">
                <a:solidFill>
                  <a:srgbClr val="B6EBCF"/>
                </a:solidFill>
                <a:latin typeface="Arial"/>
                <a:ea typeface="Arial"/>
                <a:cs typeface="Arial"/>
              </a:defRPr>
            </a:lvl9pPr>
          </a:lstStyle>
          <a:p xmlns:a="http://schemas.openxmlformats.org/drawingml/2006/main">
            <a:pPr>
              <a:defRPr sz="1350" b="1">
                <a:solidFill>
                  <a:srgbClr val="B6EBCF"/>
                </a:solidFill>
                <a:latin typeface="Arial"/>
                <a:ea typeface="Arial"/>
                <a:cs typeface="Arial"/>
              </a:defRPr>
            </a:pPr>
            <a:r>
              <a:rPr sz="1350" b="1">
                <a:solidFill>
                  <a:srgbClr val="B6EBCF"/>
                </a:solidFill>
                <a:latin typeface="Arial"/>
                <a:ea typeface="Arial"/>
                <a:cs typeface="Arial"/>
              </a:rPr>
              <a:t>05 / 06</a:t>
            </a:r>
          </a:p>
        </p:txBody>
      </p:sp>
      <p:sp>
        <p:nvSpPr>
          <p:cNvPr id="4" name="shape-83">
            <a:extLst xmlns:a="http://schemas.openxmlformats.org/drawingml/2006/main">
              <a:ext uri="{FF2B5EF4-FFF2-40B4-BE49-F238E27FC236}">
                <a16:creationId xmlns:a16="http://schemas.microsoft.com/office/drawing/2014/main" id="{ED9EC757-1F5F-4F67-932F-43582BA3C1CD}"/>
              </a:ext>
            </a:extLst>
          </p:cNvPr>
          <p:cNvSpPr>
            <a:spLocks xmlns:a="http://schemas.openxmlformats.org/drawingml/2006/main" noGrp="1"/>
          </p:cNvSpPr>
          <p:nvPr/>
        </p:nvSpPr>
        <p:spPr>
          <a:xfrm xmlns:a="http://schemas.openxmlformats.org/drawingml/2006/main">
            <a:off x="609600" y="6381750"/>
            <a:ext cx="10972800" cy="19050"/>
          </a:xfrm>
          <a:prstGeom xmlns:a="http://schemas.openxmlformats.org/drawingml/2006/main" prst="rect">
            <a:avLst/>
          </a:prstGeom>
          <a:solidFill xmlns:a="http://schemas.openxmlformats.org/drawingml/2006/main">
            <a:srgbClr val="3B6460"/>
          </a:solidFill>
          <a:ln xmlns:a="http://schemas.openxmlformats.org/drawingml/2006/main" w="0">
            <a:noFill/>
          </a:ln>
        </p:spPr>
      </p:sp>
      <p:sp>
        <p:nvSpPr>
          <p:cNvPr id="5" name="text-84">
            <a:extLst xmlns:a="http://schemas.openxmlformats.org/drawingml/2006/main">
              <a:ext uri="{FF2B5EF4-FFF2-40B4-BE49-F238E27FC236}">
                <a16:creationId xmlns:a16="http://schemas.microsoft.com/office/drawing/2014/main" id="{6A90186B-7D41-4710-BAFF-DE5E72C62C4B}"/>
              </a:ext>
            </a:extLst>
          </p:cNvPr>
          <p:cNvSpPr>
            <a:spLocks xmlns:a="http://schemas.openxmlformats.org/drawingml/2006/main" noGrp="1"/>
          </p:cNvSpPr>
          <p:nvPr/>
        </p:nvSpPr>
        <p:spPr>
          <a:xfrm xmlns:a="http://schemas.openxmlformats.org/drawingml/2006/main">
            <a:off x="609600" y="6467475"/>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ADD2C2"/>
                </a:solidFill>
                <a:latin typeface="Arial"/>
                <a:ea typeface="Arial"/>
                <a:cs typeface="Arial"/>
              </a:defRPr>
            </a:defPPr>
            <a:lvl1pPr>
              <a:defRPr sz="1200" b="0">
                <a:solidFill>
                  <a:srgbClr val="ADD2C2"/>
                </a:solidFill>
                <a:latin typeface="Arial"/>
                <a:ea typeface="Arial"/>
                <a:cs typeface="Arial"/>
              </a:defRPr>
            </a:lvl1pPr>
            <a:lvl2pPr>
              <a:defRPr sz="1200" b="0">
                <a:solidFill>
                  <a:srgbClr val="ADD2C2"/>
                </a:solidFill>
                <a:latin typeface="Arial"/>
                <a:ea typeface="Arial"/>
                <a:cs typeface="Arial"/>
              </a:defRPr>
            </a:lvl2pPr>
            <a:lvl3pPr>
              <a:defRPr sz="1200" b="0">
                <a:solidFill>
                  <a:srgbClr val="ADD2C2"/>
                </a:solidFill>
                <a:latin typeface="Arial"/>
                <a:ea typeface="Arial"/>
                <a:cs typeface="Arial"/>
              </a:defRPr>
            </a:lvl3pPr>
            <a:lvl4pPr>
              <a:defRPr sz="1200" b="0">
                <a:solidFill>
                  <a:srgbClr val="ADD2C2"/>
                </a:solidFill>
                <a:latin typeface="Arial"/>
                <a:ea typeface="Arial"/>
                <a:cs typeface="Arial"/>
              </a:defRPr>
            </a:lvl4pPr>
            <a:lvl5pPr>
              <a:defRPr sz="1200" b="0">
                <a:solidFill>
                  <a:srgbClr val="ADD2C2"/>
                </a:solidFill>
                <a:latin typeface="Arial"/>
                <a:ea typeface="Arial"/>
                <a:cs typeface="Arial"/>
              </a:defRPr>
            </a:lvl5pPr>
            <a:lvl6pPr>
              <a:defRPr sz="1200" b="0">
                <a:solidFill>
                  <a:srgbClr val="ADD2C2"/>
                </a:solidFill>
                <a:latin typeface="Arial"/>
                <a:ea typeface="Arial"/>
                <a:cs typeface="Arial"/>
              </a:defRPr>
            </a:lvl6pPr>
            <a:lvl7pPr>
              <a:defRPr sz="1200" b="0">
                <a:solidFill>
                  <a:srgbClr val="ADD2C2"/>
                </a:solidFill>
                <a:latin typeface="Arial"/>
                <a:ea typeface="Arial"/>
                <a:cs typeface="Arial"/>
              </a:defRPr>
            </a:lvl7pPr>
            <a:lvl8pPr>
              <a:defRPr sz="1200" b="0">
                <a:solidFill>
                  <a:srgbClr val="ADD2C2"/>
                </a:solidFill>
                <a:latin typeface="Arial"/>
                <a:ea typeface="Arial"/>
                <a:cs typeface="Arial"/>
              </a:defRPr>
            </a:lvl8pPr>
            <a:lvl9pPr>
              <a:defRPr sz="1200" b="0">
                <a:solidFill>
                  <a:srgbClr val="ADD2C2"/>
                </a:solidFill>
                <a:latin typeface="Arial"/>
                <a:ea typeface="Arial"/>
                <a:cs typeface="Arial"/>
              </a:defRPr>
            </a:lvl9pPr>
          </a:lstStyle>
          <a:p xmlns:a="http://schemas.openxmlformats.org/drawingml/2006/main">
            <a:pPr>
              <a:defRPr sz="1200" b="0">
                <a:solidFill>
                  <a:srgbClr val="ADD2C2"/>
                </a:solidFill>
                <a:latin typeface="Arial"/>
                <a:ea typeface="Arial"/>
                <a:cs typeface="Arial"/>
              </a:defRPr>
            </a:pPr>
            <a:r>
              <a:rPr sz="1200" b="0">
                <a:solidFill>
                  <a:srgbClr val="ADD2C2"/>
                </a:solidFill>
                <a:latin typeface="Arial"/>
                <a:ea typeface="Arial"/>
                <a:cs typeface="Arial"/>
              </a:rPr>
              <a:t>3:25–4:15  ·  50 секунд</a:t>
            </a:r>
          </a:p>
        </p:txBody>
      </p:sp>
      <p:sp>
        <p:nvSpPr>
          <p:cNvPr id="6" name="shape-85">
            <a:extLst xmlns:a="http://schemas.openxmlformats.org/drawingml/2006/main">
              <a:ext uri="{FF2B5EF4-FFF2-40B4-BE49-F238E27FC236}">
                <a16:creationId xmlns:a16="http://schemas.microsoft.com/office/drawing/2014/main" id="{22D51855-767B-4386-84C4-3766DF5D840E}"/>
              </a:ext>
            </a:extLst>
          </p:cNvPr>
          <p:cNvSpPr>
            <a:spLocks xmlns:a="http://schemas.openxmlformats.org/drawingml/2006/main" noGrp="1"/>
          </p:cNvSpPr>
          <p:nvPr/>
        </p:nvSpPr>
        <p:spPr>
          <a:xfrm xmlns:a="http://schemas.openxmlformats.org/drawingml/2006/main">
            <a:off x="609600" y="2190750"/>
            <a:ext cx="4991100" cy="3200400"/>
          </a:xfrm>
          <a:prstGeom xmlns:a="http://schemas.openxmlformats.org/drawingml/2006/main" prst="roundRect">
            <a:avLst>
              <a:gd name="adj" fmla="val 2381"/>
            </a:avLst>
          </a:prstGeom>
          <a:solidFill xmlns:a="http://schemas.openxmlformats.org/drawingml/2006/main">
            <a:srgbClr val="0D3031"/>
          </a:solidFill>
          <a:ln xmlns:a="http://schemas.openxmlformats.org/drawingml/2006/main" w="9525">
            <a:solidFill>
              <a:srgbClr val="5B9583"/>
            </a:solidFill>
          </a:ln>
        </p:spPr>
      </p:sp>
      <p:sp>
        <p:nvSpPr>
          <p:cNvPr id="7" name="text-86">
            <a:extLst xmlns:a="http://schemas.openxmlformats.org/drawingml/2006/main">
              <a:ext uri="{FF2B5EF4-FFF2-40B4-BE49-F238E27FC236}">
                <a16:creationId xmlns:a16="http://schemas.microsoft.com/office/drawing/2014/main" id="{286AC7D4-E49F-47A5-9ED6-F4765308F7BD}"/>
              </a:ext>
            </a:extLst>
          </p:cNvPr>
          <p:cNvSpPr>
            <a:spLocks xmlns:a="http://schemas.openxmlformats.org/drawingml/2006/main" noGrp="1"/>
          </p:cNvSpPr>
          <p:nvPr/>
        </p:nvSpPr>
        <p:spPr>
          <a:xfrm xmlns:a="http://schemas.openxmlformats.org/drawingml/2006/main">
            <a:off x="876300" y="24003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B6EBCF"/>
                </a:solidFill>
                <a:latin typeface="Arial"/>
                <a:ea typeface="Arial"/>
                <a:cs typeface="Arial"/>
              </a:defRPr>
            </a:defPPr>
            <a:lvl1pPr>
              <a:defRPr sz="1650" b="1">
                <a:solidFill>
                  <a:srgbClr val="B6EBCF"/>
                </a:solidFill>
                <a:latin typeface="Arial"/>
                <a:ea typeface="Arial"/>
                <a:cs typeface="Arial"/>
              </a:defRPr>
            </a:lvl1pPr>
            <a:lvl2pPr>
              <a:defRPr sz="1650" b="1">
                <a:solidFill>
                  <a:srgbClr val="B6EBCF"/>
                </a:solidFill>
                <a:latin typeface="Arial"/>
                <a:ea typeface="Arial"/>
                <a:cs typeface="Arial"/>
              </a:defRPr>
            </a:lvl2pPr>
            <a:lvl3pPr>
              <a:defRPr sz="1650" b="1">
                <a:solidFill>
                  <a:srgbClr val="B6EBCF"/>
                </a:solidFill>
                <a:latin typeface="Arial"/>
                <a:ea typeface="Arial"/>
                <a:cs typeface="Arial"/>
              </a:defRPr>
            </a:lvl3pPr>
            <a:lvl4pPr>
              <a:defRPr sz="1650" b="1">
                <a:solidFill>
                  <a:srgbClr val="B6EBCF"/>
                </a:solidFill>
                <a:latin typeface="Arial"/>
                <a:ea typeface="Arial"/>
                <a:cs typeface="Arial"/>
              </a:defRPr>
            </a:lvl4pPr>
            <a:lvl5pPr>
              <a:defRPr sz="1650" b="1">
                <a:solidFill>
                  <a:srgbClr val="B6EBCF"/>
                </a:solidFill>
                <a:latin typeface="Arial"/>
                <a:ea typeface="Arial"/>
                <a:cs typeface="Arial"/>
              </a:defRPr>
            </a:lvl5pPr>
            <a:lvl6pPr>
              <a:defRPr sz="1650" b="1">
                <a:solidFill>
                  <a:srgbClr val="B6EBCF"/>
                </a:solidFill>
                <a:latin typeface="Arial"/>
                <a:ea typeface="Arial"/>
                <a:cs typeface="Arial"/>
              </a:defRPr>
            </a:lvl6pPr>
            <a:lvl7pPr>
              <a:defRPr sz="1650" b="1">
                <a:solidFill>
                  <a:srgbClr val="B6EBCF"/>
                </a:solidFill>
                <a:latin typeface="Arial"/>
                <a:ea typeface="Arial"/>
                <a:cs typeface="Arial"/>
              </a:defRPr>
            </a:lvl7pPr>
            <a:lvl8pPr>
              <a:defRPr sz="1650" b="1">
                <a:solidFill>
                  <a:srgbClr val="B6EBCF"/>
                </a:solidFill>
                <a:latin typeface="Arial"/>
                <a:ea typeface="Arial"/>
                <a:cs typeface="Arial"/>
              </a:defRPr>
            </a:lvl8pPr>
            <a:lvl9pPr>
              <a:defRPr sz="1650" b="1">
                <a:solidFill>
                  <a:srgbClr val="B6EBCF"/>
                </a:solidFill>
                <a:latin typeface="Arial"/>
                <a:ea typeface="Arial"/>
                <a:cs typeface="Arial"/>
              </a:defRPr>
            </a:lvl9pPr>
          </a:lstStyle>
          <a:p xmlns:a="http://schemas.openxmlformats.org/drawingml/2006/main">
            <a:pPr>
              <a:defRPr sz="1650" b="1">
                <a:solidFill>
                  <a:srgbClr val="B6EBCF"/>
                </a:solidFill>
                <a:latin typeface="Arial"/>
                <a:ea typeface="Arial"/>
                <a:cs typeface="Arial"/>
              </a:defRPr>
            </a:pPr>
            <a:r>
              <a:rPr sz="1650" b="1">
                <a:solidFill>
                  <a:srgbClr val="B6EBCF"/>
                </a:solidFill>
                <a:latin typeface="Arial"/>
                <a:ea typeface="Arial"/>
                <a:cs typeface="Arial"/>
              </a:rPr>
              <a:t>БАЙЛАНЫС НЕГІЗІ</a:t>
            </a:r>
          </a:p>
        </p:txBody>
      </p:sp>
      <p:sp>
        <p:nvSpPr>
          <p:cNvPr id="8" name="text-87">
            <a:extLst xmlns:a="http://schemas.openxmlformats.org/drawingml/2006/main">
              <a:ext uri="{FF2B5EF4-FFF2-40B4-BE49-F238E27FC236}">
                <a16:creationId xmlns:a16="http://schemas.microsoft.com/office/drawing/2014/main" id="{D765B2B9-9B76-4035-9A07-BC89C6BF248E}"/>
              </a:ext>
            </a:extLst>
          </p:cNvPr>
          <p:cNvSpPr>
            <a:spLocks xmlns:a="http://schemas.openxmlformats.org/drawingml/2006/main" noGrp="1"/>
          </p:cNvSpPr>
          <p:nvPr/>
        </p:nvSpPr>
        <p:spPr>
          <a:xfrm xmlns:a="http://schemas.openxmlformats.org/drawingml/2006/main">
            <a:off x="876300" y="3000375"/>
            <a:ext cx="4381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FFFFFF"/>
                </a:solidFill>
                <a:latin typeface="Arial"/>
                <a:ea typeface="Arial"/>
                <a:cs typeface="Arial"/>
              </a:defRPr>
            </a:defPPr>
            <a:lvl1pPr>
              <a:defRPr sz="2175" b="1">
                <a:solidFill>
                  <a:srgbClr val="FFFFFF"/>
                </a:solidFill>
                <a:latin typeface="Arial"/>
                <a:ea typeface="Arial"/>
                <a:cs typeface="Arial"/>
              </a:defRPr>
            </a:lvl1pPr>
            <a:lvl2pPr>
              <a:defRPr sz="2175" b="1">
                <a:solidFill>
                  <a:srgbClr val="FFFFFF"/>
                </a:solidFill>
                <a:latin typeface="Arial"/>
                <a:ea typeface="Arial"/>
                <a:cs typeface="Arial"/>
              </a:defRPr>
            </a:lvl2pPr>
            <a:lvl3pPr>
              <a:defRPr sz="2175" b="1">
                <a:solidFill>
                  <a:srgbClr val="FFFFFF"/>
                </a:solidFill>
                <a:latin typeface="Arial"/>
                <a:ea typeface="Arial"/>
                <a:cs typeface="Arial"/>
              </a:defRPr>
            </a:lvl3pPr>
            <a:lvl4pPr>
              <a:defRPr sz="2175" b="1">
                <a:solidFill>
                  <a:srgbClr val="FFFFFF"/>
                </a:solidFill>
                <a:latin typeface="Arial"/>
                <a:ea typeface="Arial"/>
                <a:cs typeface="Arial"/>
              </a:defRPr>
            </a:lvl4pPr>
            <a:lvl5pPr>
              <a:defRPr sz="2175" b="1">
                <a:solidFill>
                  <a:srgbClr val="FFFFFF"/>
                </a:solidFill>
                <a:latin typeface="Arial"/>
                <a:ea typeface="Arial"/>
                <a:cs typeface="Arial"/>
              </a:defRPr>
            </a:lvl5pPr>
            <a:lvl6pPr>
              <a:defRPr sz="2175" b="1">
                <a:solidFill>
                  <a:srgbClr val="FFFFFF"/>
                </a:solidFill>
                <a:latin typeface="Arial"/>
                <a:ea typeface="Arial"/>
                <a:cs typeface="Arial"/>
              </a:defRPr>
            </a:lvl6pPr>
            <a:lvl7pPr>
              <a:defRPr sz="2175" b="1">
                <a:solidFill>
                  <a:srgbClr val="FFFFFF"/>
                </a:solidFill>
                <a:latin typeface="Arial"/>
                <a:ea typeface="Arial"/>
                <a:cs typeface="Arial"/>
              </a:defRPr>
            </a:lvl7pPr>
            <a:lvl8pPr>
              <a:defRPr sz="2175" b="1">
                <a:solidFill>
                  <a:srgbClr val="FFFFFF"/>
                </a:solidFill>
                <a:latin typeface="Arial"/>
                <a:ea typeface="Arial"/>
                <a:cs typeface="Arial"/>
              </a:defRPr>
            </a:lvl8pPr>
            <a:lvl9pPr>
              <a:defRPr sz="2175" b="1">
                <a:solidFill>
                  <a:srgbClr val="FFFFFF"/>
                </a:solidFill>
                <a:latin typeface="Arial"/>
                <a:ea typeface="Arial"/>
                <a:cs typeface="Arial"/>
              </a:defRPr>
            </a:lvl9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Күшті: бірдей идентификатор</a:t>
            </a:r>
          </a:p>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Әлсіз: ұқсас мәтін / домен</a:t>
            </a:r>
          </a:p>
        </p:txBody>
      </p:sp>
      <p:sp>
        <p:nvSpPr>
          <p:cNvPr id="9" name="text-88">
            <a:extLst xmlns:a="http://schemas.openxmlformats.org/drawingml/2006/main">
              <a:ext uri="{FF2B5EF4-FFF2-40B4-BE49-F238E27FC236}">
                <a16:creationId xmlns:a16="http://schemas.microsoft.com/office/drawing/2014/main" id="{E1DF45C8-8682-42D6-AE02-6FE05A30B82B}"/>
              </a:ext>
            </a:extLst>
          </p:cNvPr>
          <p:cNvSpPr>
            <a:spLocks xmlns:a="http://schemas.openxmlformats.org/drawingml/2006/main" noGrp="1"/>
          </p:cNvSpPr>
          <p:nvPr/>
        </p:nvSpPr>
        <p:spPr>
          <a:xfrm xmlns:a="http://schemas.openxmlformats.org/drawingml/2006/main">
            <a:off x="876300" y="4467225"/>
            <a:ext cx="4381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B9DCCD"/>
                </a:solidFill>
                <a:latin typeface="Arial"/>
                <a:ea typeface="Arial"/>
                <a:cs typeface="Arial"/>
              </a:defRPr>
            </a:defPPr>
            <a:lvl1pPr>
              <a:defRPr sz="1725" b="0">
                <a:solidFill>
                  <a:srgbClr val="B9DCCD"/>
                </a:solidFill>
                <a:latin typeface="Arial"/>
                <a:ea typeface="Arial"/>
                <a:cs typeface="Arial"/>
              </a:defRPr>
            </a:lvl1pPr>
            <a:lvl2pPr>
              <a:defRPr sz="1725" b="0">
                <a:solidFill>
                  <a:srgbClr val="B9DCCD"/>
                </a:solidFill>
                <a:latin typeface="Arial"/>
                <a:ea typeface="Arial"/>
                <a:cs typeface="Arial"/>
              </a:defRPr>
            </a:lvl2pPr>
            <a:lvl3pPr>
              <a:defRPr sz="1725" b="0">
                <a:solidFill>
                  <a:srgbClr val="B9DCCD"/>
                </a:solidFill>
                <a:latin typeface="Arial"/>
                <a:ea typeface="Arial"/>
                <a:cs typeface="Arial"/>
              </a:defRPr>
            </a:lvl3pPr>
            <a:lvl4pPr>
              <a:defRPr sz="1725" b="0">
                <a:solidFill>
                  <a:srgbClr val="B9DCCD"/>
                </a:solidFill>
                <a:latin typeface="Arial"/>
                <a:ea typeface="Arial"/>
                <a:cs typeface="Arial"/>
              </a:defRPr>
            </a:lvl4pPr>
            <a:lvl5pPr>
              <a:defRPr sz="1725" b="0">
                <a:solidFill>
                  <a:srgbClr val="B9DCCD"/>
                </a:solidFill>
                <a:latin typeface="Arial"/>
                <a:ea typeface="Arial"/>
                <a:cs typeface="Arial"/>
              </a:defRPr>
            </a:lvl5pPr>
            <a:lvl6pPr>
              <a:defRPr sz="1725" b="0">
                <a:solidFill>
                  <a:srgbClr val="B9DCCD"/>
                </a:solidFill>
                <a:latin typeface="Arial"/>
                <a:ea typeface="Arial"/>
                <a:cs typeface="Arial"/>
              </a:defRPr>
            </a:lvl6pPr>
            <a:lvl7pPr>
              <a:defRPr sz="1725" b="0">
                <a:solidFill>
                  <a:srgbClr val="B9DCCD"/>
                </a:solidFill>
                <a:latin typeface="Arial"/>
                <a:ea typeface="Arial"/>
                <a:cs typeface="Arial"/>
              </a:defRPr>
            </a:lvl7pPr>
            <a:lvl8pPr>
              <a:defRPr sz="1725" b="0">
                <a:solidFill>
                  <a:srgbClr val="B9DCCD"/>
                </a:solidFill>
                <a:latin typeface="Arial"/>
                <a:ea typeface="Arial"/>
                <a:cs typeface="Arial"/>
              </a:defRPr>
            </a:lvl8pPr>
            <a:lvl9pPr>
              <a:defRPr sz="1725" b="0">
                <a:solidFill>
                  <a:srgbClr val="B9DCCD"/>
                </a:solidFill>
                <a:latin typeface="Arial"/>
                <a:ea typeface="Arial"/>
                <a:cs typeface="Arial"/>
              </a:defRPr>
            </a:lvl9pPr>
          </a:lstStyle>
          <a:p xmlns:a="http://schemas.openxmlformats.org/drawingml/2006/main">
            <a:pPr>
              <a:defRPr sz="1725" b="0">
                <a:solidFill>
                  <a:srgbClr val="B9DCCD"/>
                </a:solidFill>
                <a:latin typeface="Arial"/>
                <a:ea typeface="Arial"/>
                <a:cs typeface="Arial"/>
              </a:defRPr>
            </a:pPr>
            <a:r>
              <a:rPr sz="1725" b="0">
                <a:solidFill>
                  <a:srgbClr val="B9DCCD"/>
                </a:solidFill>
                <a:latin typeface="Arial"/>
                <a:ea typeface="Arial"/>
                <a:cs typeface="Arial"/>
              </a:rPr>
              <a:t>5000 түйін · кластер precision 1,00</a:t>
            </a:r>
          </a:p>
          <a:p xmlns:a="http://schemas.openxmlformats.org/drawingml/2006/main">
            <a:pPr>
              <a:defRPr sz="1725" b="0">
                <a:solidFill>
                  <a:srgbClr val="B9DCCD"/>
                </a:solidFill>
                <a:latin typeface="Arial"/>
                <a:ea typeface="Arial"/>
                <a:cs typeface="Arial"/>
              </a:defRPr>
            </a:pPr>
            <a:r>
              <a:rPr sz="1725" b="0">
                <a:solidFill>
                  <a:srgbClr val="B9DCCD"/>
                </a:solidFill>
                <a:latin typeface="Arial"/>
                <a:ea typeface="Arial"/>
                <a:cs typeface="Arial"/>
              </a:rPr>
              <a:t>recall 0,812 (авторлық желі)</a:t>
            </a:r>
          </a:p>
        </p:txBody>
      </p:sp>
      <p:sp>
        <p:nvSpPr>
          <p:cNvPr id="10" name="shape-89">
            <a:extLst xmlns:a="http://schemas.openxmlformats.org/drawingml/2006/main">
              <a:ext uri="{FF2B5EF4-FFF2-40B4-BE49-F238E27FC236}">
                <a16:creationId xmlns:a16="http://schemas.microsoft.com/office/drawing/2014/main" id="{38C21F20-F680-4463-B64F-ABEA35749B97}"/>
              </a:ext>
            </a:extLst>
          </p:cNvPr>
          <p:cNvSpPr>
            <a:spLocks xmlns:a="http://schemas.openxmlformats.org/drawingml/2006/main" noGrp="1"/>
          </p:cNvSpPr>
          <p:nvPr/>
        </p:nvSpPr>
        <p:spPr>
          <a:xfrm xmlns:a="http://schemas.openxmlformats.org/drawingml/2006/main">
            <a:off x="5962650" y="2190750"/>
            <a:ext cx="5619750" cy="3200400"/>
          </a:xfrm>
          <a:prstGeom xmlns:a="http://schemas.openxmlformats.org/drawingml/2006/main" prst="roundRect">
            <a:avLst>
              <a:gd name="adj" fmla="val 2381"/>
            </a:avLst>
          </a:prstGeom>
          <a:solidFill xmlns:a="http://schemas.openxmlformats.org/drawingml/2006/main">
            <a:srgbClr val="0D3031"/>
          </a:solidFill>
          <a:ln xmlns:a="http://schemas.openxmlformats.org/drawingml/2006/main" w="9525">
            <a:solidFill>
              <a:srgbClr val="5B9583"/>
            </a:solidFill>
          </a:ln>
        </p:spPr>
      </p:sp>
      <p:sp>
        <p:nvSpPr>
          <p:cNvPr id="11" name="text-90">
            <a:extLst xmlns:a="http://schemas.openxmlformats.org/drawingml/2006/main">
              <a:ext uri="{FF2B5EF4-FFF2-40B4-BE49-F238E27FC236}">
                <a16:creationId xmlns:a16="http://schemas.microsoft.com/office/drawing/2014/main" id="{58F93F6B-48FB-4526-897A-D01E54C79F79}"/>
              </a:ext>
            </a:extLst>
          </p:cNvPr>
          <p:cNvSpPr>
            <a:spLocks xmlns:a="http://schemas.openxmlformats.org/drawingml/2006/main" noGrp="1"/>
          </p:cNvSpPr>
          <p:nvPr/>
        </p:nvSpPr>
        <p:spPr>
          <a:xfrm xmlns:a="http://schemas.openxmlformats.org/drawingml/2006/main">
            <a:off x="6229350" y="24003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1">
                <a:solidFill>
                  <a:srgbClr val="B6EBCF"/>
                </a:solidFill>
                <a:latin typeface="Arial"/>
                <a:ea typeface="Arial"/>
                <a:cs typeface="Arial"/>
              </a:defRPr>
            </a:defPPr>
            <a:lvl1pPr>
              <a:defRPr sz="1650" b="1">
                <a:solidFill>
                  <a:srgbClr val="B6EBCF"/>
                </a:solidFill>
                <a:latin typeface="Arial"/>
                <a:ea typeface="Arial"/>
                <a:cs typeface="Arial"/>
              </a:defRPr>
            </a:lvl1pPr>
            <a:lvl2pPr>
              <a:defRPr sz="1650" b="1">
                <a:solidFill>
                  <a:srgbClr val="B6EBCF"/>
                </a:solidFill>
                <a:latin typeface="Arial"/>
                <a:ea typeface="Arial"/>
                <a:cs typeface="Arial"/>
              </a:defRPr>
            </a:lvl2pPr>
            <a:lvl3pPr>
              <a:defRPr sz="1650" b="1">
                <a:solidFill>
                  <a:srgbClr val="B6EBCF"/>
                </a:solidFill>
                <a:latin typeface="Arial"/>
                <a:ea typeface="Arial"/>
                <a:cs typeface="Arial"/>
              </a:defRPr>
            </a:lvl3pPr>
            <a:lvl4pPr>
              <a:defRPr sz="1650" b="1">
                <a:solidFill>
                  <a:srgbClr val="B6EBCF"/>
                </a:solidFill>
                <a:latin typeface="Arial"/>
                <a:ea typeface="Arial"/>
                <a:cs typeface="Arial"/>
              </a:defRPr>
            </a:lvl4pPr>
            <a:lvl5pPr>
              <a:defRPr sz="1650" b="1">
                <a:solidFill>
                  <a:srgbClr val="B6EBCF"/>
                </a:solidFill>
                <a:latin typeface="Arial"/>
                <a:ea typeface="Arial"/>
                <a:cs typeface="Arial"/>
              </a:defRPr>
            </a:lvl5pPr>
            <a:lvl6pPr>
              <a:defRPr sz="1650" b="1">
                <a:solidFill>
                  <a:srgbClr val="B6EBCF"/>
                </a:solidFill>
                <a:latin typeface="Arial"/>
                <a:ea typeface="Arial"/>
                <a:cs typeface="Arial"/>
              </a:defRPr>
            </a:lvl6pPr>
            <a:lvl7pPr>
              <a:defRPr sz="1650" b="1">
                <a:solidFill>
                  <a:srgbClr val="B6EBCF"/>
                </a:solidFill>
                <a:latin typeface="Arial"/>
                <a:ea typeface="Arial"/>
                <a:cs typeface="Arial"/>
              </a:defRPr>
            </a:lvl7pPr>
            <a:lvl8pPr>
              <a:defRPr sz="1650" b="1">
                <a:solidFill>
                  <a:srgbClr val="B6EBCF"/>
                </a:solidFill>
                <a:latin typeface="Arial"/>
                <a:ea typeface="Arial"/>
                <a:cs typeface="Arial"/>
              </a:defRPr>
            </a:lvl8pPr>
            <a:lvl9pPr>
              <a:defRPr sz="1650" b="1">
                <a:solidFill>
                  <a:srgbClr val="B6EBCF"/>
                </a:solidFill>
                <a:latin typeface="Arial"/>
                <a:ea typeface="Arial"/>
                <a:cs typeface="Arial"/>
              </a:defRPr>
            </a:lvl9pPr>
          </a:lstStyle>
          <a:p xmlns:a="http://schemas.openxmlformats.org/drawingml/2006/main">
            <a:pPr>
              <a:defRPr sz="1650" b="1">
                <a:solidFill>
                  <a:srgbClr val="B6EBCF"/>
                </a:solidFill>
                <a:latin typeface="Arial"/>
                <a:ea typeface="Arial"/>
                <a:cs typeface="Arial"/>
              </a:defRPr>
            </a:pPr>
            <a:r>
              <a:rPr sz="1650" b="1">
                <a:solidFill>
                  <a:srgbClr val="B6EBCF"/>
                </a:solidFill>
                <a:latin typeface="Arial"/>
                <a:ea typeface="Arial"/>
                <a:cs typeface="Arial"/>
              </a:rPr>
              <a:t>НАҚТЫ LINUX ЗАМЕРІ</a:t>
            </a:r>
          </a:p>
        </p:txBody>
      </p:sp>
      <p:sp>
        <p:nvSpPr>
          <p:cNvPr id="12" name="text-91">
            <a:extLst xmlns:a="http://schemas.openxmlformats.org/drawingml/2006/main">
              <a:ext uri="{FF2B5EF4-FFF2-40B4-BE49-F238E27FC236}">
                <a16:creationId xmlns:a16="http://schemas.microsoft.com/office/drawing/2014/main" id="{106EEC00-7355-421D-9CDF-FA8812502924}"/>
              </a:ext>
            </a:extLst>
          </p:cNvPr>
          <p:cNvSpPr>
            <a:spLocks xmlns:a="http://schemas.openxmlformats.org/drawingml/2006/main" noGrp="1"/>
          </p:cNvSpPr>
          <p:nvPr/>
        </p:nvSpPr>
        <p:spPr>
          <a:xfrm xmlns:a="http://schemas.openxmlformats.org/drawingml/2006/main">
            <a:off x="6229350" y="2952750"/>
            <a:ext cx="4905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525" b="1">
                <a:solidFill>
                  <a:srgbClr val="FFFFFF"/>
                </a:solidFill>
                <a:latin typeface="Arial"/>
                <a:ea typeface="Arial"/>
                <a:cs typeface="Arial"/>
              </a:defRPr>
            </a:defPPr>
            <a:lvl1pPr>
              <a:defRPr sz="3525" b="1">
                <a:solidFill>
                  <a:srgbClr val="FFFFFF"/>
                </a:solidFill>
                <a:latin typeface="Arial"/>
                <a:ea typeface="Arial"/>
                <a:cs typeface="Arial"/>
              </a:defRPr>
            </a:lvl1pPr>
            <a:lvl2pPr>
              <a:defRPr sz="3525" b="1">
                <a:solidFill>
                  <a:srgbClr val="FFFFFF"/>
                </a:solidFill>
                <a:latin typeface="Arial"/>
                <a:ea typeface="Arial"/>
                <a:cs typeface="Arial"/>
              </a:defRPr>
            </a:lvl2pPr>
            <a:lvl3pPr>
              <a:defRPr sz="3525" b="1">
                <a:solidFill>
                  <a:srgbClr val="FFFFFF"/>
                </a:solidFill>
                <a:latin typeface="Arial"/>
                <a:ea typeface="Arial"/>
                <a:cs typeface="Arial"/>
              </a:defRPr>
            </a:lvl3pPr>
            <a:lvl4pPr>
              <a:defRPr sz="3525" b="1">
                <a:solidFill>
                  <a:srgbClr val="FFFFFF"/>
                </a:solidFill>
                <a:latin typeface="Arial"/>
                <a:ea typeface="Arial"/>
                <a:cs typeface="Arial"/>
              </a:defRPr>
            </a:lvl4pPr>
            <a:lvl5pPr>
              <a:defRPr sz="3525" b="1">
                <a:solidFill>
                  <a:srgbClr val="FFFFFF"/>
                </a:solidFill>
                <a:latin typeface="Arial"/>
                <a:ea typeface="Arial"/>
                <a:cs typeface="Arial"/>
              </a:defRPr>
            </a:lvl5pPr>
            <a:lvl6pPr>
              <a:defRPr sz="3525" b="1">
                <a:solidFill>
                  <a:srgbClr val="FFFFFF"/>
                </a:solidFill>
                <a:latin typeface="Arial"/>
                <a:ea typeface="Arial"/>
                <a:cs typeface="Arial"/>
              </a:defRPr>
            </a:lvl6pPr>
            <a:lvl7pPr>
              <a:defRPr sz="3525" b="1">
                <a:solidFill>
                  <a:srgbClr val="FFFFFF"/>
                </a:solidFill>
                <a:latin typeface="Arial"/>
                <a:ea typeface="Arial"/>
                <a:cs typeface="Arial"/>
              </a:defRPr>
            </a:lvl7pPr>
            <a:lvl8pPr>
              <a:defRPr sz="3525" b="1">
                <a:solidFill>
                  <a:srgbClr val="FFFFFF"/>
                </a:solidFill>
                <a:latin typeface="Arial"/>
                <a:ea typeface="Arial"/>
                <a:cs typeface="Arial"/>
              </a:defRPr>
            </a:lvl8pPr>
            <a:lvl9pPr>
              <a:defRPr sz="3525" b="1">
                <a:solidFill>
                  <a:srgbClr val="FFFFFF"/>
                </a:solidFill>
                <a:latin typeface="Arial"/>
                <a:ea typeface="Arial"/>
                <a:cs typeface="Arial"/>
              </a:defRPr>
            </a:lvl9pPr>
          </a:lstStyle>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1 → 4 воркер</a:t>
            </a:r>
          </a:p>
        </p:txBody>
      </p:sp>
      <p:sp>
        <p:nvSpPr>
          <p:cNvPr id="13" name="text-92">
            <a:extLst xmlns:a="http://schemas.openxmlformats.org/drawingml/2006/main">
              <a:ext uri="{FF2B5EF4-FFF2-40B4-BE49-F238E27FC236}">
                <a16:creationId xmlns:a16="http://schemas.microsoft.com/office/drawing/2014/main" id="{D436457A-4419-4983-95D6-27473A608869}"/>
              </a:ext>
            </a:extLst>
          </p:cNvPr>
          <p:cNvSpPr>
            <a:spLocks xmlns:a="http://schemas.openxmlformats.org/drawingml/2006/main" noGrp="1"/>
          </p:cNvSpPr>
          <p:nvPr/>
        </p:nvSpPr>
        <p:spPr>
          <a:xfrm xmlns:a="http://schemas.openxmlformats.org/drawingml/2006/main">
            <a:off x="6229350" y="381000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Мәтін: 22,94 → 41,00 / с</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OCR: 0,434 → 0,662 / с</a:t>
            </a:r>
          </a:p>
        </p:txBody>
      </p:sp>
      <p:sp>
        <p:nvSpPr>
          <p:cNvPr id="14" name="text-93">
            <a:extLst xmlns:a="http://schemas.openxmlformats.org/drawingml/2006/main">
              <a:ext uri="{FF2B5EF4-FFF2-40B4-BE49-F238E27FC236}">
                <a16:creationId xmlns:a16="http://schemas.microsoft.com/office/drawing/2014/main" id="{EDFB49B0-DC05-4E25-9D92-BD2238F37A1F}"/>
              </a:ext>
            </a:extLst>
          </p:cNvPr>
          <p:cNvSpPr>
            <a:spLocks xmlns:a="http://schemas.openxmlformats.org/drawingml/2006/main" noGrp="1"/>
          </p:cNvSpPr>
          <p:nvPr/>
        </p:nvSpPr>
        <p:spPr>
          <a:xfrm xmlns:a="http://schemas.openxmlformats.org/drawingml/2006/main">
            <a:off x="609600" y="5762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B6EBCF"/>
                </a:solidFill>
                <a:latin typeface="Arial"/>
                <a:ea typeface="Arial"/>
                <a:cs typeface="Arial"/>
              </a:defRPr>
            </a:defPPr>
            <a:lvl1pPr>
              <a:defRPr sz="1950" b="1">
                <a:solidFill>
                  <a:srgbClr val="B6EBCF"/>
                </a:solidFill>
                <a:latin typeface="Arial"/>
                <a:ea typeface="Arial"/>
                <a:cs typeface="Arial"/>
              </a:defRPr>
            </a:lvl1pPr>
            <a:lvl2pPr>
              <a:defRPr sz="1950" b="1">
                <a:solidFill>
                  <a:srgbClr val="B6EBCF"/>
                </a:solidFill>
                <a:latin typeface="Arial"/>
                <a:ea typeface="Arial"/>
                <a:cs typeface="Arial"/>
              </a:defRPr>
            </a:lvl2pPr>
            <a:lvl3pPr>
              <a:defRPr sz="1950" b="1">
                <a:solidFill>
                  <a:srgbClr val="B6EBCF"/>
                </a:solidFill>
                <a:latin typeface="Arial"/>
                <a:ea typeface="Arial"/>
                <a:cs typeface="Arial"/>
              </a:defRPr>
            </a:lvl3pPr>
            <a:lvl4pPr>
              <a:defRPr sz="1950" b="1">
                <a:solidFill>
                  <a:srgbClr val="B6EBCF"/>
                </a:solidFill>
                <a:latin typeface="Arial"/>
                <a:ea typeface="Arial"/>
                <a:cs typeface="Arial"/>
              </a:defRPr>
            </a:lvl4pPr>
            <a:lvl5pPr>
              <a:defRPr sz="1950" b="1">
                <a:solidFill>
                  <a:srgbClr val="B6EBCF"/>
                </a:solidFill>
                <a:latin typeface="Arial"/>
                <a:ea typeface="Arial"/>
                <a:cs typeface="Arial"/>
              </a:defRPr>
            </a:lvl5pPr>
            <a:lvl6pPr>
              <a:defRPr sz="1950" b="1">
                <a:solidFill>
                  <a:srgbClr val="B6EBCF"/>
                </a:solidFill>
                <a:latin typeface="Arial"/>
                <a:ea typeface="Arial"/>
                <a:cs typeface="Arial"/>
              </a:defRPr>
            </a:lvl6pPr>
            <a:lvl7pPr>
              <a:defRPr sz="1950" b="1">
                <a:solidFill>
                  <a:srgbClr val="B6EBCF"/>
                </a:solidFill>
                <a:latin typeface="Arial"/>
                <a:ea typeface="Arial"/>
                <a:cs typeface="Arial"/>
              </a:defRPr>
            </a:lvl7pPr>
            <a:lvl8pPr>
              <a:defRPr sz="1950" b="1">
                <a:solidFill>
                  <a:srgbClr val="B6EBCF"/>
                </a:solidFill>
                <a:latin typeface="Arial"/>
                <a:ea typeface="Arial"/>
                <a:cs typeface="Arial"/>
              </a:defRPr>
            </a:lvl8pPr>
            <a:lvl9pPr>
              <a:defRPr sz="1950" b="1">
                <a:solidFill>
                  <a:srgbClr val="B6EBCF"/>
                </a:solidFill>
                <a:latin typeface="Arial"/>
                <a:ea typeface="Arial"/>
                <a:cs typeface="Arial"/>
              </a:defRPr>
            </a:lvl9pPr>
          </a:lstStyle>
          <a:p xmlns:a="http://schemas.openxmlformats.org/drawingml/2006/main">
            <a:pPr>
              <a:defRPr sz="1950" b="1">
                <a:solidFill>
                  <a:srgbClr val="B6EBCF"/>
                </a:solidFill>
                <a:latin typeface="Arial"/>
                <a:ea typeface="Arial"/>
                <a:cs typeface="Arial"/>
              </a:defRPr>
            </a:pPr>
            <a:r>
              <a:rPr sz="1950" b="1">
                <a:solidFill>
                  <a:srgbClr val="B6EBCF"/>
                </a:solidFill>
                <a:latin typeface="Arial"/>
                <a:ea typeface="Arial"/>
                <a:cs typeface="Arial"/>
              </a:rPr>
              <a:t>4 vCPU: OCR екі воркерден кейін тежеледі</a:t>
            </a:r>
          </a:p>
        </p:txBody>
      </p:sp>
    </p:spTree>
    <p:extLst>
      <p:ext uri="{BB962C8B-B14F-4D97-AF65-F5344CB8AC3E}">
        <p14:creationId xmlns:p14="http://schemas.microsoft.com/office/powerpoint/2010/main" val="1632245100"/>
      </p:ext>
    </p:extLst>
  </p:cSld>
</p:sld>
</file>

<file path=ppt/slides/slide6.xml><?xml version="1.0" encoding="utf-8"?>
<p:sld xmlns:p="http://schemas.openxmlformats.org/presentationml/2006/main">
  <p:cSld>
    <p:bg>
      <p:bgPr>
        <a:solidFill xmlns:a="http://schemas.openxmlformats.org/drawingml/2006/main">
          <a:srgbClr val="F7F5ED"/>
        </a:solidFill>
      </p:bgPr>
    </p:bg>
    <p:spTree>
      <p:nvGrpSpPr>
        <p:cNvPr id="1" name=""/>
        <p:cNvGrpSpPr/>
        <p:nvPr/>
      </p:nvGrpSpPr>
      <p:grpSpPr>
        <a:xfrm xmlns:a="http://schemas.openxmlformats.org/drawingml/2006/main"/>
      </p:grpSpPr>
      <p:sp>
        <p:nvSpPr>
          <p:cNvPr id="12" name="text-94">
            <a:extLst xmlns:a="http://schemas.openxmlformats.org/drawingml/2006/main">
              <a:ext uri="{FF2B5EF4-FFF2-40B4-BE49-F238E27FC236}">
                <a16:creationId xmlns:a16="http://schemas.microsoft.com/office/drawing/2014/main" id="{FF82CA23-6015-408A-A925-92BCB810B913}"/>
              </a:ext>
            </a:extLst>
          </p:cNvPr>
          <p:cNvSpPr>
            <a:spLocks xmlns:a="http://schemas.openxmlformats.org/drawingml/2006/main" noGrp="1"/>
          </p:cNvSpPr>
          <p:nvPr/>
        </p:nvSpPr>
        <p:spPr>
          <a:xfrm xmlns:a="http://schemas.openxmlformats.org/drawingml/2006/main">
            <a:off x="609600" y="361950"/>
            <a:ext cx="866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126950"/>
                </a:solidFill>
                <a:latin typeface="Arial"/>
                <a:ea typeface="Arial"/>
                <a:cs typeface="Arial"/>
              </a:defRPr>
            </a:defPPr>
            <a:lvl1pPr>
              <a:defRPr sz="1350" b="1">
                <a:solidFill>
                  <a:srgbClr val="126950"/>
                </a:solidFill>
                <a:latin typeface="Arial"/>
                <a:ea typeface="Arial"/>
                <a:cs typeface="Arial"/>
              </a:defRPr>
            </a:lvl1pPr>
            <a:lvl2pPr>
              <a:defRPr sz="1350" b="1">
                <a:solidFill>
                  <a:srgbClr val="126950"/>
                </a:solidFill>
                <a:latin typeface="Arial"/>
                <a:ea typeface="Arial"/>
                <a:cs typeface="Arial"/>
              </a:defRPr>
            </a:lvl2pPr>
            <a:lvl3pPr>
              <a:defRPr sz="1350" b="1">
                <a:solidFill>
                  <a:srgbClr val="126950"/>
                </a:solidFill>
                <a:latin typeface="Arial"/>
                <a:ea typeface="Arial"/>
                <a:cs typeface="Arial"/>
              </a:defRPr>
            </a:lvl3pPr>
            <a:lvl4pPr>
              <a:defRPr sz="1350" b="1">
                <a:solidFill>
                  <a:srgbClr val="126950"/>
                </a:solidFill>
                <a:latin typeface="Arial"/>
                <a:ea typeface="Arial"/>
                <a:cs typeface="Arial"/>
              </a:defRPr>
            </a:lvl4pPr>
            <a:lvl5pPr>
              <a:defRPr sz="1350" b="1">
                <a:solidFill>
                  <a:srgbClr val="126950"/>
                </a:solidFill>
                <a:latin typeface="Arial"/>
                <a:ea typeface="Arial"/>
                <a:cs typeface="Arial"/>
              </a:defRPr>
            </a:lvl5pPr>
            <a:lvl6pPr>
              <a:defRPr sz="1350" b="1">
                <a:solidFill>
                  <a:srgbClr val="126950"/>
                </a:solidFill>
                <a:latin typeface="Arial"/>
                <a:ea typeface="Arial"/>
                <a:cs typeface="Arial"/>
              </a:defRPr>
            </a:lvl6pPr>
            <a:lvl7pPr>
              <a:defRPr sz="1350" b="1">
                <a:solidFill>
                  <a:srgbClr val="126950"/>
                </a:solidFill>
                <a:latin typeface="Arial"/>
                <a:ea typeface="Arial"/>
                <a:cs typeface="Arial"/>
              </a:defRPr>
            </a:lvl7pPr>
            <a:lvl8pPr>
              <a:defRPr sz="1350" b="1">
                <a:solidFill>
                  <a:srgbClr val="126950"/>
                </a:solidFill>
                <a:latin typeface="Arial"/>
                <a:ea typeface="Arial"/>
                <a:cs typeface="Arial"/>
              </a:defRPr>
            </a:lvl8pPr>
            <a:lvl9pPr>
              <a:defRPr sz="1350" b="1">
                <a:solidFill>
                  <a:srgbClr val="126950"/>
                </a:solidFill>
                <a:latin typeface="Arial"/>
                <a:ea typeface="Arial"/>
                <a:cs typeface="Arial"/>
              </a:defRPr>
            </a:lvl9pPr>
          </a:lstStyle>
          <a:p xmlns:a="http://schemas.openxmlformats.org/drawingml/2006/main">
            <a:pPr>
              <a:defRPr sz="1350" b="1">
                <a:solidFill>
                  <a:srgbClr val="126950"/>
                </a:solidFill>
                <a:latin typeface="Arial"/>
                <a:ea typeface="Arial"/>
                <a:cs typeface="Arial"/>
              </a:defRPr>
            </a:pPr>
            <a:r>
              <a:rPr sz="1350" b="1">
                <a:solidFill>
                  <a:srgbClr val="126950"/>
                </a:solidFill>
                <a:latin typeface="Arial"/>
                <a:ea typeface="Arial"/>
                <a:cs typeface="Arial"/>
              </a:rPr>
              <a:t>SAFENET KZ  /  2-ТРЕК  ·  ЖАСЫРЫН ОЙЫН</a:t>
            </a:r>
          </a:p>
        </p:txBody>
      </p:sp>
      <p:sp>
        <p:nvSpPr>
          <p:cNvPr id="2" name="text-95">
            <a:extLst xmlns:a="http://schemas.openxmlformats.org/drawingml/2006/main">
              <a:ext uri="{FF2B5EF4-FFF2-40B4-BE49-F238E27FC236}">
                <a16:creationId xmlns:a16="http://schemas.microsoft.com/office/drawing/2014/main" id="{06B1F664-C6EF-45DC-AF6E-5A84AE8D904A}"/>
              </a:ext>
            </a:extLst>
          </p:cNvPr>
          <p:cNvSpPr>
            <a:spLocks xmlns:a="http://schemas.openxmlformats.org/drawingml/2006/main" noGrp="1"/>
          </p:cNvSpPr>
          <p:nvPr/>
        </p:nvSpPr>
        <p:spPr>
          <a:xfrm xmlns:a="http://schemas.openxmlformats.org/drawingml/2006/main">
            <a:off x="609600" y="885825"/>
            <a:ext cx="10810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600" b="1">
                <a:solidFill>
                  <a:srgbClr val="071C20"/>
                </a:solidFill>
                <a:latin typeface="Arial"/>
                <a:ea typeface="Arial"/>
                <a:cs typeface="Arial"/>
              </a:defRPr>
            </a:defPPr>
            <a:lvl1pPr>
              <a:defRPr sz="3600" b="1">
                <a:solidFill>
                  <a:srgbClr val="071C20"/>
                </a:solidFill>
                <a:latin typeface="Arial"/>
                <a:ea typeface="Arial"/>
                <a:cs typeface="Arial"/>
              </a:defRPr>
            </a:lvl1pPr>
            <a:lvl2pPr>
              <a:defRPr sz="3600" b="1">
                <a:solidFill>
                  <a:srgbClr val="071C20"/>
                </a:solidFill>
                <a:latin typeface="Arial"/>
                <a:ea typeface="Arial"/>
                <a:cs typeface="Arial"/>
              </a:defRPr>
            </a:lvl2pPr>
            <a:lvl3pPr>
              <a:defRPr sz="3600" b="1">
                <a:solidFill>
                  <a:srgbClr val="071C20"/>
                </a:solidFill>
                <a:latin typeface="Arial"/>
                <a:ea typeface="Arial"/>
                <a:cs typeface="Arial"/>
              </a:defRPr>
            </a:lvl3pPr>
            <a:lvl4pPr>
              <a:defRPr sz="3600" b="1">
                <a:solidFill>
                  <a:srgbClr val="071C20"/>
                </a:solidFill>
                <a:latin typeface="Arial"/>
                <a:ea typeface="Arial"/>
                <a:cs typeface="Arial"/>
              </a:defRPr>
            </a:lvl4pPr>
            <a:lvl5pPr>
              <a:defRPr sz="3600" b="1">
                <a:solidFill>
                  <a:srgbClr val="071C20"/>
                </a:solidFill>
                <a:latin typeface="Arial"/>
                <a:ea typeface="Arial"/>
                <a:cs typeface="Arial"/>
              </a:defRPr>
            </a:lvl5pPr>
            <a:lvl6pPr>
              <a:defRPr sz="3600" b="1">
                <a:solidFill>
                  <a:srgbClr val="071C20"/>
                </a:solidFill>
                <a:latin typeface="Arial"/>
                <a:ea typeface="Arial"/>
                <a:cs typeface="Arial"/>
              </a:defRPr>
            </a:lvl6pPr>
            <a:lvl7pPr>
              <a:defRPr sz="3600" b="1">
                <a:solidFill>
                  <a:srgbClr val="071C20"/>
                </a:solidFill>
                <a:latin typeface="Arial"/>
                <a:ea typeface="Arial"/>
                <a:cs typeface="Arial"/>
              </a:defRPr>
            </a:lvl7pPr>
            <a:lvl8pPr>
              <a:defRPr sz="3600" b="1">
                <a:solidFill>
                  <a:srgbClr val="071C20"/>
                </a:solidFill>
                <a:latin typeface="Arial"/>
                <a:ea typeface="Arial"/>
                <a:cs typeface="Arial"/>
              </a:defRPr>
            </a:lvl8pPr>
            <a:lvl9pPr>
              <a:defRPr sz="3600" b="1">
                <a:solidFill>
                  <a:srgbClr val="071C20"/>
                </a:solidFill>
                <a:latin typeface="Arial"/>
                <a:ea typeface="Arial"/>
                <a:cs typeface="Arial"/>
              </a:defRPr>
            </a:lvl9pPr>
          </a:lstStyle>
          <a:p xmlns:a="http://schemas.openxmlformats.org/drawingml/2006/main">
            <a:pPr>
              <a:defRPr sz="3600" b="1">
                <a:solidFill>
                  <a:srgbClr val="071C20"/>
                </a:solidFill>
                <a:latin typeface="Arial"/>
                <a:ea typeface="Arial"/>
                <a:cs typeface="Arial"/>
              </a:defRPr>
            </a:pPr>
            <a:r>
              <a:rPr sz="3600" b="1">
                <a:solidFill>
                  <a:srgbClr val="071C20"/>
                </a:solidFill>
                <a:latin typeface="Arial"/>
                <a:ea typeface="Arial"/>
                <a:cs typeface="Arial"/>
              </a:rPr>
              <a:t>Тексеріңіз. Дәлелді ашыңыз.</a:t>
            </a:r>
          </a:p>
        </p:txBody>
      </p:sp>
      <p:sp>
        <p:nvSpPr>
          <p:cNvPr id="3" name="text-96">
            <a:extLst xmlns:a="http://schemas.openxmlformats.org/drawingml/2006/main">
              <a:ext uri="{FF2B5EF4-FFF2-40B4-BE49-F238E27FC236}">
                <a16:creationId xmlns:a16="http://schemas.microsoft.com/office/drawing/2014/main" id="{90EFB814-153F-4F1C-95E7-627489EA7DB1}"/>
              </a:ext>
            </a:extLst>
          </p:cNvPr>
          <p:cNvSpPr>
            <a:spLocks xmlns:a="http://schemas.openxmlformats.org/drawingml/2006/main" noGrp="1"/>
          </p:cNvSpPr>
          <p:nvPr/>
        </p:nvSpPr>
        <p:spPr>
          <a:xfrm xmlns:a="http://schemas.openxmlformats.org/drawingml/2006/main">
            <a:off x="10734675" y="381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1">
                <a:solidFill>
                  <a:srgbClr val="607476"/>
                </a:solidFill>
                <a:latin typeface="Arial"/>
                <a:ea typeface="Arial"/>
                <a:cs typeface="Arial"/>
              </a:defRPr>
            </a:defPPr>
            <a:lvl1pPr>
              <a:defRPr sz="1350" b="1">
                <a:solidFill>
                  <a:srgbClr val="607476"/>
                </a:solidFill>
                <a:latin typeface="Arial"/>
                <a:ea typeface="Arial"/>
                <a:cs typeface="Arial"/>
              </a:defRPr>
            </a:lvl1pPr>
            <a:lvl2pPr>
              <a:defRPr sz="1350" b="1">
                <a:solidFill>
                  <a:srgbClr val="607476"/>
                </a:solidFill>
                <a:latin typeface="Arial"/>
                <a:ea typeface="Arial"/>
                <a:cs typeface="Arial"/>
              </a:defRPr>
            </a:lvl2pPr>
            <a:lvl3pPr>
              <a:defRPr sz="1350" b="1">
                <a:solidFill>
                  <a:srgbClr val="607476"/>
                </a:solidFill>
                <a:latin typeface="Arial"/>
                <a:ea typeface="Arial"/>
                <a:cs typeface="Arial"/>
              </a:defRPr>
            </a:lvl3pPr>
            <a:lvl4pPr>
              <a:defRPr sz="1350" b="1">
                <a:solidFill>
                  <a:srgbClr val="607476"/>
                </a:solidFill>
                <a:latin typeface="Arial"/>
                <a:ea typeface="Arial"/>
                <a:cs typeface="Arial"/>
              </a:defRPr>
            </a:lvl4pPr>
            <a:lvl5pPr>
              <a:defRPr sz="1350" b="1">
                <a:solidFill>
                  <a:srgbClr val="607476"/>
                </a:solidFill>
                <a:latin typeface="Arial"/>
                <a:ea typeface="Arial"/>
                <a:cs typeface="Arial"/>
              </a:defRPr>
            </a:lvl5pPr>
            <a:lvl6pPr>
              <a:defRPr sz="1350" b="1">
                <a:solidFill>
                  <a:srgbClr val="607476"/>
                </a:solidFill>
                <a:latin typeface="Arial"/>
                <a:ea typeface="Arial"/>
                <a:cs typeface="Arial"/>
              </a:defRPr>
            </a:lvl6pPr>
            <a:lvl7pPr>
              <a:defRPr sz="1350" b="1">
                <a:solidFill>
                  <a:srgbClr val="607476"/>
                </a:solidFill>
                <a:latin typeface="Arial"/>
                <a:ea typeface="Arial"/>
                <a:cs typeface="Arial"/>
              </a:defRPr>
            </a:lvl7pPr>
            <a:lvl8pPr>
              <a:defRPr sz="1350" b="1">
                <a:solidFill>
                  <a:srgbClr val="607476"/>
                </a:solidFill>
                <a:latin typeface="Arial"/>
                <a:ea typeface="Arial"/>
                <a:cs typeface="Arial"/>
              </a:defRPr>
            </a:lvl8pPr>
            <a:lvl9pPr>
              <a:defRPr sz="1350" b="1">
                <a:solidFill>
                  <a:srgbClr val="607476"/>
                </a:solidFill>
                <a:latin typeface="Arial"/>
                <a:ea typeface="Arial"/>
                <a:cs typeface="Arial"/>
              </a:defRPr>
            </a:lvl9pPr>
          </a:lstStyle>
          <a:p xmlns:a="http://schemas.openxmlformats.org/drawingml/2006/main">
            <a:pPr>
              <a:defRPr sz="1350" b="1">
                <a:solidFill>
                  <a:srgbClr val="607476"/>
                </a:solidFill>
                <a:latin typeface="Arial"/>
                <a:ea typeface="Arial"/>
                <a:cs typeface="Arial"/>
              </a:defRPr>
            </a:pPr>
            <a:r>
              <a:rPr sz="1350" b="1">
                <a:solidFill>
                  <a:srgbClr val="607476"/>
                </a:solidFill>
                <a:latin typeface="Arial"/>
                <a:ea typeface="Arial"/>
                <a:cs typeface="Arial"/>
              </a:rPr>
              <a:t>06 / 06</a:t>
            </a:r>
          </a:p>
        </p:txBody>
      </p:sp>
      <p:sp>
        <p:nvSpPr>
          <p:cNvPr id="4" name="shape-97">
            <a:extLst xmlns:a="http://schemas.openxmlformats.org/drawingml/2006/main">
              <a:ext uri="{FF2B5EF4-FFF2-40B4-BE49-F238E27FC236}">
                <a16:creationId xmlns:a16="http://schemas.microsoft.com/office/drawing/2014/main" id="{9D9D84AC-4362-4C55-A311-E5EE25DACC04}"/>
              </a:ext>
            </a:extLst>
          </p:cNvPr>
          <p:cNvSpPr>
            <a:spLocks xmlns:a="http://schemas.openxmlformats.org/drawingml/2006/main" noGrp="1"/>
          </p:cNvSpPr>
          <p:nvPr/>
        </p:nvSpPr>
        <p:spPr>
          <a:xfrm xmlns:a="http://schemas.openxmlformats.org/drawingml/2006/main">
            <a:off x="609600" y="6381750"/>
            <a:ext cx="10972800" cy="19050"/>
          </a:xfrm>
          <a:prstGeom xmlns:a="http://schemas.openxmlformats.org/drawingml/2006/main" prst="rect">
            <a:avLst/>
          </a:prstGeom>
          <a:solidFill xmlns:a="http://schemas.openxmlformats.org/drawingml/2006/main">
            <a:srgbClr val="CAD8CF"/>
          </a:solidFill>
          <a:ln xmlns:a="http://schemas.openxmlformats.org/drawingml/2006/main" w="0">
            <a:noFill/>
          </a:ln>
        </p:spPr>
      </p:sp>
      <p:sp>
        <p:nvSpPr>
          <p:cNvPr id="5" name="text-98">
            <a:extLst xmlns:a="http://schemas.openxmlformats.org/drawingml/2006/main">
              <a:ext uri="{FF2B5EF4-FFF2-40B4-BE49-F238E27FC236}">
                <a16:creationId xmlns:a16="http://schemas.microsoft.com/office/drawing/2014/main" id="{820A58BB-56AC-4E5B-90AE-0A65CD256A36}"/>
              </a:ext>
            </a:extLst>
          </p:cNvPr>
          <p:cNvSpPr>
            <a:spLocks xmlns:a="http://schemas.openxmlformats.org/drawingml/2006/main" noGrp="1"/>
          </p:cNvSpPr>
          <p:nvPr/>
        </p:nvSpPr>
        <p:spPr>
          <a:xfrm xmlns:a="http://schemas.openxmlformats.org/drawingml/2006/main">
            <a:off x="609600" y="6467475"/>
            <a:ext cx="1019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0">
                <a:solidFill>
                  <a:srgbClr val="607476"/>
                </a:solidFill>
                <a:latin typeface="Arial"/>
                <a:ea typeface="Arial"/>
                <a:cs typeface="Arial"/>
              </a:defRPr>
            </a:defPPr>
            <a:lvl1pPr>
              <a:defRPr sz="1200" b="0">
                <a:solidFill>
                  <a:srgbClr val="607476"/>
                </a:solidFill>
                <a:latin typeface="Arial"/>
                <a:ea typeface="Arial"/>
                <a:cs typeface="Arial"/>
              </a:defRPr>
            </a:lvl1pPr>
            <a:lvl2pPr>
              <a:defRPr sz="1200" b="0">
                <a:solidFill>
                  <a:srgbClr val="607476"/>
                </a:solidFill>
                <a:latin typeface="Arial"/>
                <a:ea typeface="Arial"/>
                <a:cs typeface="Arial"/>
              </a:defRPr>
            </a:lvl2pPr>
            <a:lvl3pPr>
              <a:defRPr sz="1200" b="0">
                <a:solidFill>
                  <a:srgbClr val="607476"/>
                </a:solidFill>
                <a:latin typeface="Arial"/>
                <a:ea typeface="Arial"/>
                <a:cs typeface="Arial"/>
              </a:defRPr>
            </a:lvl3pPr>
            <a:lvl4pPr>
              <a:defRPr sz="1200" b="0">
                <a:solidFill>
                  <a:srgbClr val="607476"/>
                </a:solidFill>
                <a:latin typeface="Arial"/>
                <a:ea typeface="Arial"/>
                <a:cs typeface="Arial"/>
              </a:defRPr>
            </a:lvl4pPr>
            <a:lvl5pPr>
              <a:defRPr sz="1200" b="0">
                <a:solidFill>
                  <a:srgbClr val="607476"/>
                </a:solidFill>
                <a:latin typeface="Arial"/>
                <a:ea typeface="Arial"/>
                <a:cs typeface="Arial"/>
              </a:defRPr>
            </a:lvl5pPr>
            <a:lvl6pPr>
              <a:defRPr sz="1200" b="0">
                <a:solidFill>
                  <a:srgbClr val="607476"/>
                </a:solidFill>
                <a:latin typeface="Arial"/>
                <a:ea typeface="Arial"/>
                <a:cs typeface="Arial"/>
              </a:defRPr>
            </a:lvl6pPr>
            <a:lvl7pPr>
              <a:defRPr sz="1200" b="0">
                <a:solidFill>
                  <a:srgbClr val="607476"/>
                </a:solidFill>
                <a:latin typeface="Arial"/>
                <a:ea typeface="Arial"/>
                <a:cs typeface="Arial"/>
              </a:defRPr>
            </a:lvl7pPr>
            <a:lvl8pPr>
              <a:defRPr sz="1200" b="0">
                <a:solidFill>
                  <a:srgbClr val="607476"/>
                </a:solidFill>
                <a:latin typeface="Arial"/>
                <a:ea typeface="Arial"/>
                <a:cs typeface="Arial"/>
              </a:defRPr>
            </a:lvl8pPr>
            <a:lvl9pPr>
              <a:defRPr sz="1200" b="0">
                <a:solidFill>
                  <a:srgbClr val="607476"/>
                </a:solidFill>
                <a:latin typeface="Arial"/>
                <a:ea typeface="Arial"/>
                <a:cs typeface="Arial"/>
              </a:defRPr>
            </a:lvl9pPr>
          </a:lstStyle>
          <a:p xmlns:a="http://schemas.openxmlformats.org/drawingml/2006/main">
            <a:pPr>
              <a:defRPr sz="1200" b="0">
                <a:solidFill>
                  <a:srgbClr val="607476"/>
                </a:solidFill>
                <a:latin typeface="Arial"/>
                <a:ea typeface="Arial"/>
                <a:cs typeface="Arial"/>
              </a:defRPr>
            </a:pPr>
            <a:r>
              <a:rPr sz="1200" b="0">
                <a:solidFill>
                  <a:srgbClr val="607476"/>
                </a:solidFill>
                <a:latin typeface="Arial"/>
                <a:ea typeface="Arial"/>
                <a:cs typeface="Arial"/>
              </a:rPr>
              <a:t>4:15–5:00  ·  45 секунд</a:t>
            </a:r>
          </a:p>
        </p:txBody>
      </p:sp>
      <p:sp>
        <p:nvSpPr>
          <p:cNvPr id="6" name="text-99">
            <a:extLst xmlns:a="http://schemas.openxmlformats.org/drawingml/2006/main">
              <a:ext uri="{FF2B5EF4-FFF2-40B4-BE49-F238E27FC236}">
                <a16:creationId xmlns:a16="http://schemas.microsoft.com/office/drawing/2014/main" id="{B74B1B46-2795-411F-822E-2F76A7FB7982}"/>
              </a:ext>
            </a:extLst>
          </p:cNvPr>
          <p:cNvSpPr>
            <a:spLocks xmlns:a="http://schemas.openxmlformats.org/drawingml/2006/main" noGrp="1"/>
          </p:cNvSpPr>
          <p:nvPr/>
        </p:nvSpPr>
        <p:spPr>
          <a:xfrm xmlns:a="http://schemas.openxmlformats.org/drawingml/2006/main">
            <a:off x="609600" y="2171700"/>
            <a:ext cx="1095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126950"/>
                </a:solidFill>
                <a:latin typeface="Arial"/>
                <a:ea typeface="Arial"/>
                <a:cs typeface="Arial"/>
              </a:defRPr>
            </a:defPPr>
            <a:lvl1pPr>
              <a:defRPr sz="2925" b="1">
                <a:solidFill>
                  <a:srgbClr val="126950"/>
                </a:solidFill>
                <a:latin typeface="Arial"/>
                <a:ea typeface="Arial"/>
                <a:cs typeface="Arial"/>
              </a:defRPr>
            </a:lvl1pPr>
            <a:lvl2pPr>
              <a:defRPr sz="2925" b="1">
                <a:solidFill>
                  <a:srgbClr val="126950"/>
                </a:solidFill>
                <a:latin typeface="Arial"/>
                <a:ea typeface="Arial"/>
                <a:cs typeface="Arial"/>
              </a:defRPr>
            </a:lvl2pPr>
            <a:lvl3pPr>
              <a:defRPr sz="2925" b="1">
                <a:solidFill>
                  <a:srgbClr val="126950"/>
                </a:solidFill>
                <a:latin typeface="Arial"/>
                <a:ea typeface="Arial"/>
                <a:cs typeface="Arial"/>
              </a:defRPr>
            </a:lvl3pPr>
            <a:lvl4pPr>
              <a:defRPr sz="2925" b="1">
                <a:solidFill>
                  <a:srgbClr val="126950"/>
                </a:solidFill>
                <a:latin typeface="Arial"/>
                <a:ea typeface="Arial"/>
                <a:cs typeface="Arial"/>
              </a:defRPr>
            </a:lvl4pPr>
            <a:lvl5pPr>
              <a:defRPr sz="2925" b="1">
                <a:solidFill>
                  <a:srgbClr val="126950"/>
                </a:solidFill>
                <a:latin typeface="Arial"/>
                <a:ea typeface="Arial"/>
                <a:cs typeface="Arial"/>
              </a:defRPr>
            </a:lvl5pPr>
            <a:lvl6pPr>
              <a:defRPr sz="2925" b="1">
                <a:solidFill>
                  <a:srgbClr val="126950"/>
                </a:solidFill>
                <a:latin typeface="Arial"/>
                <a:ea typeface="Arial"/>
                <a:cs typeface="Arial"/>
              </a:defRPr>
            </a:lvl6pPr>
            <a:lvl7pPr>
              <a:defRPr sz="2925" b="1">
                <a:solidFill>
                  <a:srgbClr val="126950"/>
                </a:solidFill>
                <a:latin typeface="Arial"/>
                <a:ea typeface="Arial"/>
                <a:cs typeface="Arial"/>
              </a:defRPr>
            </a:lvl7pPr>
            <a:lvl8pPr>
              <a:defRPr sz="2925" b="1">
                <a:solidFill>
                  <a:srgbClr val="126950"/>
                </a:solidFill>
                <a:latin typeface="Arial"/>
                <a:ea typeface="Arial"/>
                <a:cs typeface="Arial"/>
              </a:defRPr>
            </a:lvl8pPr>
            <a:lvl9pPr>
              <a:defRPr sz="2925" b="1">
                <a:solidFill>
                  <a:srgbClr val="126950"/>
                </a:solidFill>
                <a:latin typeface="Arial"/>
                <a:ea typeface="Arial"/>
                <a:cs typeface="Arial"/>
              </a:defRPr>
            </a:lvl9pPr>
          </a:lstStyle>
          <a:p xmlns:a="http://schemas.openxmlformats.org/drawingml/2006/main">
            <a:pPr>
              <a:defRPr sz="2925" b="1">
                <a:solidFill>
                  <a:srgbClr val="126950"/>
                </a:solidFill>
                <a:latin typeface="Arial"/>
                <a:ea typeface="Arial"/>
                <a:cs typeface="Arial"/>
              </a:defRPr>
            </a:pPr>
            <a:r>
              <a:rPr sz="2925" b="1">
                <a:solidFill>
                  <a:srgbClr val="126950"/>
                </a:solidFill>
                <a:latin typeface="Arial"/>
                <a:ea typeface="Arial"/>
                <a:cs typeface="Arial"/>
              </a:rPr>
              <a:t>nurbolidze121212.github.io/safetrace-kz</a:t>
            </a:r>
          </a:p>
        </p:txBody>
      </p:sp>
      <p:sp>
        <p:nvSpPr>
          <p:cNvPr id="7" name="shape-100">
            <a:extLst xmlns:a="http://schemas.openxmlformats.org/drawingml/2006/main">
              <a:ext uri="{FF2B5EF4-FFF2-40B4-BE49-F238E27FC236}">
                <a16:creationId xmlns:a16="http://schemas.microsoft.com/office/drawing/2014/main" id="{7B25BEA5-4658-43F6-816D-ED4B730974E0}"/>
              </a:ext>
            </a:extLst>
          </p:cNvPr>
          <p:cNvSpPr>
            <a:spLocks xmlns:a="http://schemas.openxmlformats.org/drawingml/2006/main" noGrp="1"/>
          </p:cNvSpPr>
          <p:nvPr/>
        </p:nvSpPr>
        <p:spPr>
          <a:xfrm xmlns:a="http://schemas.openxmlformats.org/drawingml/2006/main">
            <a:off x="609600" y="3057525"/>
            <a:ext cx="10972800" cy="923925"/>
          </a:xfrm>
          <a:prstGeom xmlns:a="http://schemas.openxmlformats.org/drawingml/2006/main" prst="roundRect">
            <a:avLst>
              <a:gd name="adj" fmla="val 8247"/>
            </a:avLst>
          </a:prstGeom>
          <a:solidFill xmlns:a="http://schemas.openxmlformats.org/drawingml/2006/main">
            <a:srgbClr val="071C20"/>
          </a:solidFill>
          <a:ln xmlns:a="http://schemas.openxmlformats.org/drawingml/2006/main" w="0">
            <a:noFill/>
          </a:ln>
        </p:spPr>
      </p:sp>
      <p:sp>
        <p:nvSpPr>
          <p:cNvPr id="8" name="text-101">
            <a:extLst xmlns:a="http://schemas.openxmlformats.org/drawingml/2006/main">
              <a:ext uri="{FF2B5EF4-FFF2-40B4-BE49-F238E27FC236}">
                <a16:creationId xmlns:a16="http://schemas.microsoft.com/office/drawing/2014/main" id="{0914341D-9DC7-4EAF-A2FD-0F5BB499EBFD}"/>
              </a:ext>
            </a:extLst>
          </p:cNvPr>
          <p:cNvSpPr>
            <a:spLocks xmlns:a="http://schemas.openxmlformats.org/drawingml/2006/main" noGrp="1"/>
          </p:cNvSpPr>
          <p:nvPr/>
        </p:nvSpPr>
        <p:spPr>
          <a:xfrm xmlns:a="http://schemas.openxmlformats.org/drawingml/2006/main">
            <a:off x="904875" y="3276600"/>
            <a:ext cx="10153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925" b="1">
                <a:solidFill>
                  <a:srgbClr val="B6EBCF"/>
                </a:solidFill>
                <a:latin typeface="Arial"/>
                <a:ea typeface="Arial"/>
                <a:cs typeface="Arial"/>
              </a:defRPr>
            </a:defPPr>
            <a:lvl1pPr>
              <a:defRPr sz="2925" b="1">
                <a:solidFill>
                  <a:srgbClr val="B6EBCF"/>
                </a:solidFill>
                <a:latin typeface="Arial"/>
                <a:ea typeface="Arial"/>
                <a:cs typeface="Arial"/>
              </a:defRPr>
            </a:lvl1pPr>
            <a:lvl2pPr>
              <a:defRPr sz="2925" b="1">
                <a:solidFill>
                  <a:srgbClr val="B6EBCF"/>
                </a:solidFill>
                <a:latin typeface="Arial"/>
                <a:ea typeface="Arial"/>
                <a:cs typeface="Arial"/>
              </a:defRPr>
            </a:lvl2pPr>
            <a:lvl3pPr>
              <a:defRPr sz="2925" b="1">
                <a:solidFill>
                  <a:srgbClr val="B6EBCF"/>
                </a:solidFill>
                <a:latin typeface="Arial"/>
                <a:ea typeface="Arial"/>
                <a:cs typeface="Arial"/>
              </a:defRPr>
            </a:lvl3pPr>
            <a:lvl4pPr>
              <a:defRPr sz="2925" b="1">
                <a:solidFill>
                  <a:srgbClr val="B6EBCF"/>
                </a:solidFill>
                <a:latin typeface="Arial"/>
                <a:ea typeface="Arial"/>
                <a:cs typeface="Arial"/>
              </a:defRPr>
            </a:lvl4pPr>
            <a:lvl5pPr>
              <a:defRPr sz="2925" b="1">
                <a:solidFill>
                  <a:srgbClr val="B6EBCF"/>
                </a:solidFill>
                <a:latin typeface="Arial"/>
                <a:ea typeface="Arial"/>
                <a:cs typeface="Arial"/>
              </a:defRPr>
            </a:lvl5pPr>
            <a:lvl6pPr>
              <a:defRPr sz="2925" b="1">
                <a:solidFill>
                  <a:srgbClr val="B6EBCF"/>
                </a:solidFill>
                <a:latin typeface="Arial"/>
                <a:ea typeface="Arial"/>
                <a:cs typeface="Arial"/>
              </a:defRPr>
            </a:lvl6pPr>
            <a:lvl7pPr>
              <a:defRPr sz="2925" b="1">
                <a:solidFill>
                  <a:srgbClr val="B6EBCF"/>
                </a:solidFill>
                <a:latin typeface="Arial"/>
                <a:ea typeface="Arial"/>
                <a:cs typeface="Arial"/>
              </a:defRPr>
            </a:lvl7pPr>
            <a:lvl8pPr>
              <a:defRPr sz="2925" b="1">
                <a:solidFill>
                  <a:srgbClr val="B6EBCF"/>
                </a:solidFill>
                <a:latin typeface="Arial"/>
                <a:ea typeface="Arial"/>
                <a:cs typeface="Arial"/>
              </a:defRPr>
            </a:lvl8pPr>
            <a:lvl9pPr>
              <a:defRPr sz="2925" b="1">
                <a:solidFill>
                  <a:srgbClr val="B6EBCF"/>
                </a:solidFill>
                <a:latin typeface="Arial"/>
                <a:ea typeface="Arial"/>
                <a:cs typeface="Arial"/>
              </a:defRPr>
            </a:lvl9pPr>
          </a:lstStyle>
          <a:p xmlns:a="http://schemas.openxmlformats.org/drawingml/2006/main">
            <a:pPr>
              <a:defRPr sz="2925" b="1">
                <a:solidFill>
                  <a:srgbClr val="B6EBCF"/>
                </a:solidFill>
                <a:latin typeface="Arial"/>
                <a:ea typeface="Arial"/>
                <a:cs typeface="Arial"/>
              </a:defRPr>
            </a:pPr>
            <a:r>
              <a:rPr sz="2925" b="1">
                <a:solidFill>
                  <a:srgbClr val="B6EBCF"/>
                </a:solidFill>
                <a:latin typeface="Arial"/>
                <a:ea typeface="Arial"/>
                <a:cs typeface="Arial"/>
              </a:rPr>
              <a:t>docker compose up -d</a:t>
            </a:r>
          </a:p>
        </p:txBody>
      </p:sp>
      <p:sp>
        <p:nvSpPr>
          <p:cNvPr id="9" name="text-102">
            <a:extLst xmlns:a="http://schemas.openxmlformats.org/drawingml/2006/main">
              <a:ext uri="{FF2B5EF4-FFF2-40B4-BE49-F238E27FC236}">
                <a16:creationId xmlns:a16="http://schemas.microsoft.com/office/drawing/2014/main" id="{0A6D3B12-08C7-45C5-BA65-0D8B32F40B88}"/>
              </a:ext>
            </a:extLst>
          </p:cNvPr>
          <p:cNvSpPr>
            <a:spLocks xmlns:a="http://schemas.openxmlformats.org/drawingml/2006/main" noGrp="1"/>
          </p:cNvSpPr>
          <p:nvPr/>
        </p:nvSpPr>
        <p:spPr>
          <a:xfrm xmlns:a="http://schemas.openxmlformats.org/drawingml/2006/main">
            <a:off x="609600" y="4391025"/>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071C20"/>
                </a:solidFill>
                <a:latin typeface="Arial"/>
                <a:ea typeface="Arial"/>
                <a:cs typeface="Arial"/>
              </a:defRPr>
            </a:defPPr>
            <a:lvl1pPr>
              <a:defRPr sz="2175" b="1">
                <a:solidFill>
                  <a:srgbClr val="071C20"/>
                </a:solidFill>
                <a:latin typeface="Arial"/>
                <a:ea typeface="Arial"/>
                <a:cs typeface="Arial"/>
              </a:defRPr>
            </a:lvl1pPr>
            <a:lvl2pPr>
              <a:defRPr sz="2175" b="1">
                <a:solidFill>
                  <a:srgbClr val="071C20"/>
                </a:solidFill>
                <a:latin typeface="Arial"/>
                <a:ea typeface="Arial"/>
                <a:cs typeface="Arial"/>
              </a:defRPr>
            </a:lvl2pPr>
            <a:lvl3pPr>
              <a:defRPr sz="2175" b="1">
                <a:solidFill>
                  <a:srgbClr val="071C20"/>
                </a:solidFill>
                <a:latin typeface="Arial"/>
                <a:ea typeface="Arial"/>
                <a:cs typeface="Arial"/>
              </a:defRPr>
            </a:lvl3pPr>
            <a:lvl4pPr>
              <a:defRPr sz="2175" b="1">
                <a:solidFill>
                  <a:srgbClr val="071C20"/>
                </a:solidFill>
                <a:latin typeface="Arial"/>
                <a:ea typeface="Arial"/>
                <a:cs typeface="Arial"/>
              </a:defRPr>
            </a:lvl4pPr>
            <a:lvl5pPr>
              <a:defRPr sz="2175" b="1">
                <a:solidFill>
                  <a:srgbClr val="071C20"/>
                </a:solidFill>
                <a:latin typeface="Arial"/>
                <a:ea typeface="Arial"/>
                <a:cs typeface="Arial"/>
              </a:defRPr>
            </a:lvl5pPr>
            <a:lvl6pPr>
              <a:defRPr sz="2175" b="1">
                <a:solidFill>
                  <a:srgbClr val="071C20"/>
                </a:solidFill>
                <a:latin typeface="Arial"/>
                <a:ea typeface="Arial"/>
                <a:cs typeface="Arial"/>
              </a:defRPr>
            </a:lvl6pPr>
            <a:lvl7pPr>
              <a:defRPr sz="2175" b="1">
                <a:solidFill>
                  <a:srgbClr val="071C20"/>
                </a:solidFill>
                <a:latin typeface="Arial"/>
                <a:ea typeface="Arial"/>
                <a:cs typeface="Arial"/>
              </a:defRPr>
            </a:lvl7pPr>
            <a:lvl8pPr>
              <a:defRPr sz="2175" b="1">
                <a:solidFill>
                  <a:srgbClr val="071C20"/>
                </a:solidFill>
                <a:latin typeface="Arial"/>
                <a:ea typeface="Arial"/>
                <a:cs typeface="Arial"/>
              </a:defRPr>
            </a:lvl8pPr>
            <a:lvl9pPr>
              <a:defRPr sz="2175" b="1">
                <a:solidFill>
                  <a:srgbClr val="071C20"/>
                </a:solidFill>
                <a:latin typeface="Arial"/>
                <a:ea typeface="Arial"/>
                <a:cs typeface="Arial"/>
              </a:defRPr>
            </a:lvl9pPr>
          </a:lstStyle>
          <a:p xmlns:a="http://schemas.openxmlformats.org/drawingml/2006/main">
            <a:pPr>
              <a:defRPr sz="2175" b="1">
                <a:solidFill>
                  <a:srgbClr val="071C20"/>
                </a:solidFill>
                <a:latin typeface="Arial"/>
                <a:ea typeface="Arial"/>
                <a:cs typeface="Arial"/>
              </a:defRPr>
            </a:pPr>
            <a:r>
              <a:rPr sz="2175" b="1">
                <a:solidFill>
                  <a:srgbClr val="071C20"/>
                </a:solidFill>
                <a:latin typeface="Arial"/>
                <a:ea typeface="Arial"/>
                <a:cs typeface="Arial"/>
              </a:rPr>
              <a:t>Онлайн: өз мәтініңіз · Жергілікті: фото, OCR, маршрут, ZIP</a:t>
            </a:r>
          </a:p>
        </p:txBody>
      </p:sp>
      <p:sp>
        <p:nvSpPr>
          <p:cNvPr id="10" name="text-103">
            <a:extLst xmlns:a="http://schemas.openxmlformats.org/drawingml/2006/main">
              <a:ext uri="{FF2B5EF4-FFF2-40B4-BE49-F238E27FC236}">
                <a16:creationId xmlns:a16="http://schemas.microsoft.com/office/drawing/2014/main" id="{9BED4F7D-A612-4980-A8E9-CFB68B2ED2BE}"/>
              </a:ext>
            </a:extLst>
          </p:cNvPr>
          <p:cNvSpPr>
            <a:spLocks xmlns:a="http://schemas.openxmlformats.org/drawingml/2006/main" noGrp="1"/>
          </p:cNvSpPr>
          <p:nvPr/>
        </p:nvSpPr>
        <p:spPr>
          <a:xfrm xmlns:a="http://schemas.openxmlformats.org/drawingml/2006/main">
            <a:off x="609600" y="5219700"/>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244448"/>
                </a:solidFill>
                <a:latin typeface="Arial"/>
                <a:ea typeface="Arial"/>
                <a:cs typeface="Arial"/>
              </a:defRPr>
            </a:defPPr>
            <a:lvl1pPr>
              <a:defRPr sz="2250" b="0">
                <a:solidFill>
                  <a:srgbClr val="244448"/>
                </a:solidFill>
                <a:latin typeface="Arial"/>
                <a:ea typeface="Arial"/>
                <a:cs typeface="Arial"/>
              </a:defRPr>
            </a:lvl1pPr>
            <a:lvl2pPr>
              <a:defRPr sz="2250" b="0">
                <a:solidFill>
                  <a:srgbClr val="244448"/>
                </a:solidFill>
                <a:latin typeface="Arial"/>
                <a:ea typeface="Arial"/>
                <a:cs typeface="Arial"/>
              </a:defRPr>
            </a:lvl2pPr>
            <a:lvl3pPr>
              <a:defRPr sz="2250" b="0">
                <a:solidFill>
                  <a:srgbClr val="244448"/>
                </a:solidFill>
                <a:latin typeface="Arial"/>
                <a:ea typeface="Arial"/>
                <a:cs typeface="Arial"/>
              </a:defRPr>
            </a:lvl3pPr>
            <a:lvl4pPr>
              <a:defRPr sz="2250" b="0">
                <a:solidFill>
                  <a:srgbClr val="244448"/>
                </a:solidFill>
                <a:latin typeface="Arial"/>
                <a:ea typeface="Arial"/>
                <a:cs typeface="Arial"/>
              </a:defRPr>
            </a:lvl4pPr>
            <a:lvl5pPr>
              <a:defRPr sz="2250" b="0">
                <a:solidFill>
                  <a:srgbClr val="244448"/>
                </a:solidFill>
                <a:latin typeface="Arial"/>
                <a:ea typeface="Arial"/>
                <a:cs typeface="Arial"/>
              </a:defRPr>
            </a:lvl5pPr>
            <a:lvl6pPr>
              <a:defRPr sz="2250" b="0">
                <a:solidFill>
                  <a:srgbClr val="244448"/>
                </a:solidFill>
                <a:latin typeface="Arial"/>
                <a:ea typeface="Arial"/>
                <a:cs typeface="Arial"/>
              </a:defRPr>
            </a:lvl6pPr>
            <a:lvl7pPr>
              <a:defRPr sz="2250" b="0">
                <a:solidFill>
                  <a:srgbClr val="244448"/>
                </a:solidFill>
                <a:latin typeface="Arial"/>
                <a:ea typeface="Arial"/>
                <a:cs typeface="Arial"/>
              </a:defRPr>
            </a:lvl7pPr>
            <a:lvl8pPr>
              <a:defRPr sz="2250" b="0">
                <a:solidFill>
                  <a:srgbClr val="244448"/>
                </a:solidFill>
                <a:latin typeface="Arial"/>
                <a:ea typeface="Arial"/>
                <a:cs typeface="Arial"/>
              </a:defRPr>
            </a:lvl8pPr>
            <a:lvl9pPr>
              <a:defRPr sz="2250" b="0">
                <a:solidFill>
                  <a:srgbClr val="244448"/>
                </a:solidFill>
                <a:latin typeface="Arial"/>
                <a:ea typeface="Arial"/>
                <a:cs typeface="Arial"/>
              </a:defRPr>
            </a:lvl9pPr>
          </a:lstStyle>
          <a:p xmlns:a="http://schemas.openxmlformats.org/drawingml/2006/main">
            <a:pPr>
              <a:defRPr sz="2250" b="0">
                <a:solidFill>
                  <a:srgbClr val="244448"/>
                </a:solidFill>
                <a:latin typeface="Arial"/>
                <a:ea typeface="Arial"/>
                <a:cs typeface="Arial"/>
              </a:defRPr>
            </a:pPr>
            <a:r>
              <a:rPr sz="2250" b="0">
                <a:solidFill>
                  <a:srgbClr val="244448"/>
                </a:solidFill>
                <a:latin typeface="Arial"/>
                <a:ea typeface="Arial"/>
                <a:cs typeface="Arial"/>
              </a:rPr>
              <a:t>Келесі қадам: тәуелсіз адам разметкасы және рұқсат етілген нақты деректер.</a:t>
            </a:r>
          </a:p>
        </p:txBody>
      </p:sp>
      <p:sp>
        <p:nvSpPr>
          <p:cNvPr id="11" name="text-104">
            <a:extLst xmlns:a="http://schemas.openxmlformats.org/drawingml/2006/main">
              <a:ext uri="{FF2B5EF4-FFF2-40B4-BE49-F238E27FC236}">
                <a16:creationId xmlns:a16="http://schemas.microsoft.com/office/drawing/2014/main" id="{6DDE4573-0833-4C96-BCBE-3C97F171E65B}"/>
              </a:ext>
            </a:extLst>
          </p:cNvPr>
          <p:cNvSpPr>
            <a:spLocks xmlns:a="http://schemas.openxmlformats.org/drawingml/2006/main" noGrp="1"/>
          </p:cNvSpPr>
          <p:nvPr/>
        </p:nvSpPr>
        <p:spPr>
          <a:xfrm xmlns:a="http://schemas.openxmlformats.org/drawingml/2006/main">
            <a:off x="609600" y="59436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07476"/>
                </a:solidFill>
                <a:latin typeface="Arial"/>
                <a:ea typeface="Arial"/>
                <a:cs typeface="Arial"/>
              </a:defRPr>
            </a:defPPr>
            <a:lvl1pPr>
              <a:defRPr sz="1650" b="0">
                <a:solidFill>
                  <a:srgbClr val="607476"/>
                </a:solidFill>
                <a:latin typeface="Arial"/>
                <a:ea typeface="Arial"/>
                <a:cs typeface="Arial"/>
              </a:defRPr>
            </a:lvl1pPr>
            <a:lvl2pPr>
              <a:defRPr sz="1650" b="0">
                <a:solidFill>
                  <a:srgbClr val="607476"/>
                </a:solidFill>
                <a:latin typeface="Arial"/>
                <a:ea typeface="Arial"/>
                <a:cs typeface="Arial"/>
              </a:defRPr>
            </a:lvl2pPr>
            <a:lvl3pPr>
              <a:defRPr sz="1650" b="0">
                <a:solidFill>
                  <a:srgbClr val="607476"/>
                </a:solidFill>
                <a:latin typeface="Arial"/>
                <a:ea typeface="Arial"/>
                <a:cs typeface="Arial"/>
              </a:defRPr>
            </a:lvl3pPr>
            <a:lvl4pPr>
              <a:defRPr sz="1650" b="0">
                <a:solidFill>
                  <a:srgbClr val="607476"/>
                </a:solidFill>
                <a:latin typeface="Arial"/>
                <a:ea typeface="Arial"/>
                <a:cs typeface="Arial"/>
              </a:defRPr>
            </a:lvl4pPr>
            <a:lvl5pPr>
              <a:defRPr sz="1650" b="0">
                <a:solidFill>
                  <a:srgbClr val="607476"/>
                </a:solidFill>
                <a:latin typeface="Arial"/>
                <a:ea typeface="Arial"/>
                <a:cs typeface="Arial"/>
              </a:defRPr>
            </a:lvl5pPr>
            <a:lvl6pPr>
              <a:defRPr sz="1650" b="0">
                <a:solidFill>
                  <a:srgbClr val="607476"/>
                </a:solidFill>
                <a:latin typeface="Arial"/>
                <a:ea typeface="Arial"/>
                <a:cs typeface="Arial"/>
              </a:defRPr>
            </a:lvl6pPr>
            <a:lvl7pPr>
              <a:defRPr sz="1650" b="0">
                <a:solidFill>
                  <a:srgbClr val="607476"/>
                </a:solidFill>
                <a:latin typeface="Arial"/>
                <a:ea typeface="Arial"/>
                <a:cs typeface="Arial"/>
              </a:defRPr>
            </a:lvl7pPr>
            <a:lvl8pPr>
              <a:defRPr sz="1650" b="0">
                <a:solidFill>
                  <a:srgbClr val="607476"/>
                </a:solidFill>
                <a:latin typeface="Arial"/>
                <a:ea typeface="Arial"/>
                <a:cs typeface="Arial"/>
              </a:defRPr>
            </a:lvl8pPr>
            <a:lvl9pPr>
              <a:defRPr sz="1650" b="0">
                <a:solidFill>
                  <a:srgbClr val="607476"/>
                </a:solidFill>
                <a:latin typeface="Arial"/>
                <a:ea typeface="Arial"/>
                <a:cs typeface="Arial"/>
              </a:defRPr>
            </a:lvl9pPr>
          </a:lstStyle>
          <a:p xmlns:a="http://schemas.openxmlformats.org/drawingml/2006/main">
            <a:pPr>
              <a:defRPr sz="1650" b="0">
                <a:solidFill>
                  <a:srgbClr val="607476"/>
                </a:solidFill>
                <a:latin typeface="Arial"/>
                <a:ea typeface="Arial"/>
                <a:cs typeface="Arial"/>
              </a:defRPr>
            </a:pPr>
            <a:r>
              <a:rPr sz="1650" b="0">
                <a:solidFill>
                  <a:srgbClr val="607476"/>
                </a:solidFill>
                <a:latin typeface="Arial"/>
                <a:ea typeface="Arial"/>
                <a:cs typeface="Arial"/>
              </a:rPr>
              <a:t>Негізгі трек — жасырын ойын. 1 және 3-трек — бөлек эксперимент.</a:t>
            </a:r>
          </a:p>
        </p:txBody>
      </p:sp>
    </p:spTree>
    <p:extLst>
      <p:ext uri="{BB962C8B-B14F-4D97-AF65-F5344CB8AC3E}">
        <p14:creationId xmlns:p14="http://schemas.microsoft.com/office/powerpoint/2010/main" val="1610203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2026-10-25T15:46:23.2410000Z</dcterms:created>
  <dcterms:modified xsi:type="dcterms:W3CDTF">2026-10-25T15:46:23.2410000Z</dcterms:modified>
</coreProperties>
</file>